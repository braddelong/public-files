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b="def" i="def"/>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b="def" i="def"/>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b="def" i="def"/>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b="def" i="def"/>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93" name="Shape 193"/>
          <p:cNvSpPr/>
          <p:nvPr>
            <p:ph type="sldImg"/>
          </p:nvPr>
        </p:nvSpPr>
        <p:spPr>
          <a:xfrm>
            <a:off x="1143000" y="685800"/>
            <a:ext cx="4572000" cy="3429000"/>
          </a:xfrm>
          <a:prstGeom prst="rect">
            <a:avLst/>
          </a:prstGeom>
        </p:spPr>
        <p:txBody>
          <a:bodyPr/>
          <a:lstStyle/>
          <a:p>
            <a:pPr/>
          </a:p>
        </p:txBody>
      </p:sp>
      <p:sp>
        <p:nvSpPr>
          <p:cNvPr id="194" name="Shape 194"/>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Author and Date"/>
          <p:cNvSpPr txBox="1"/>
          <p:nvPr>
            <p:ph type="body" sz="quarter" idx="21" hasCustomPrompt="1"/>
          </p:nvPr>
        </p:nvSpPr>
        <p:spPr>
          <a:xfrm>
            <a:off x="1201340" y="11859862"/>
            <a:ext cx="21971003"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12" name="Presentation Title"/>
          <p:cNvSpPr txBox="1"/>
          <p:nvPr>
            <p:ph type="title" hasCustomPrompt="1"/>
          </p:nvPr>
        </p:nvSpPr>
        <p:spPr>
          <a:xfrm>
            <a:off x="1206496" y="2574991"/>
            <a:ext cx="21971004" cy="4648201"/>
          </a:xfrm>
          <a:prstGeom prst="rect">
            <a:avLst/>
          </a:prstGeom>
        </p:spPr>
        <p:txBody>
          <a:bodyPr anchor="b"/>
          <a:lstStyle>
            <a:lvl1pPr>
              <a:defRPr spc="-232" sz="11600"/>
            </a:lvl1pPr>
          </a:lstStyle>
          <a:p>
            <a:pPr/>
            <a:r>
              <a:t>Presentation Title</a:t>
            </a:r>
          </a:p>
        </p:txBody>
      </p:sp>
      <p:sp>
        <p:nvSpPr>
          <p:cNvPr id="13" name="Body Level One…"/>
          <p:cNvSpPr txBox="1"/>
          <p:nvPr>
            <p:ph type="body" sz="quarter" idx="1" hasCustomPrompt="1"/>
          </p:nvPr>
        </p:nvSpPr>
        <p:spPr>
          <a:xfrm>
            <a:off x="1201342" y="7223190"/>
            <a:ext cx="21971001" cy="1905001"/>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1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spTree>
      <p:nvGrpSpPr>
        <p:cNvPr id="1" name=""/>
        <p:cNvGrpSpPr/>
        <p:nvPr/>
      </p:nvGrpSpPr>
      <p:grpSpPr>
        <a:xfrm>
          <a:off x="0" y="0"/>
          <a:ext cx="0" cy="0"/>
          <a:chOff x="0" y="0"/>
          <a:chExt cx="0" cy="0"/>
        </a:xfrm>
      </p:grpSpPr>
      <p:sp>
        <p:nvSpPr>
          <p:cNvPr id="21" name="666699290_02_crop_3159x1892.jpg"/>
          <p:cNvSpPr/>
          <p:nvPr>
            <p:ph type="pic" idx="21"/>
          </p:nvPr>
        </p:nvSpPr>
        <p:spPr>
          <a:xfrm>
            <a:off x="-1155700" y="-1295400"/>
            <a:ext cx="26746200" cy="16018933"/>
          </a:xfrm>
          <a:prstGeom prst="rect">
            <a:avLst/>
          </a:prstGeom>
        </p:spPr>
        <p:txBody>
          <a:bodyPr lIns="91439" tIns="45719" rIns="91439" bIns="45719">
            <a:noAutofit/>
          </a:bodyPr>
          <a:lstStyle/>
          <a:p>
            <a:pPr/>
          </a:p>
        </p:txBody>
      </p:sp>
      <p:sp>
        <p:nvSpPr>
          <p:cNvPr id="22" name="Presentation Title"/>
          <p:cNvSpPr txBox="1"/>
          <p:nvPr>
            <p:ph type="title" hasCustomPrompt="1"/>
          </p:nvPr>
        </p:nvSpPr>
        <p:spPr>
          <a:xfrm>
            <a:off x="1206500" y="7124700"/>
            <a:ext cx="21971000" cy="4648200"/>
          </a:xfrm>
          <a:prstGeom prst="rect">
            <a:avLst/>
          </a:prstGeom>
        </p:spPr>
        <p:txBody>
          <a:bodyPr anchor="b"/>
          <a:lstStyle>
            <a:lvl1pPr>
              <a:defRPr spc="-232" sz="11600"/>
            </a:lvl1pPr>
          </a:lstStyle>
          <a:p>
            <a:pPr/>
            <a:r>
              <a:t>Presentation Title</a:t>
            </a:r>
          </a:p>
        </p:txBody>
      </p:sp>
      <p:sp>
        <p:nvSpPr>
          <p:cNvPr id="23" name="Author and Date"/>
          <p:cNvSpPr txBox="1"/>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24" name="Body Level One…"/>
          <p:cNvSpPr txBox="1"/>
          <p:nvPr>
            <p:ph type="body" sz="quarter" idx="1" hasCustomPrompt="1"/>
          </p:nvPr>
        </p:nvSpPr>
        <p:spPr>
          <a:xfrm>
            <a:off x="1206500" y="11609910"/>
            <a:ext cx="21971000" cy="1116952"/>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910457886_1434x1669.jpg"/>
          <p:cNvSpPr/>
          <p:nvPr>
            <p:ph type="pic" idx="21"/>
          </p:nvPr>
        </p:nvSpPr>
        <p:spPr>
          <a:xfrm>
            <a:off x="10972800" y="-203200"/>
            <a:ext cx="12144837" cy="14135100"/>
          </a:xfrm>
          <a:prstGeom prst="rect">
            <a:avLst/>
          </a:prstGeom>
        </p:spPr>
        <p:txBody>
          <a:bodyPr lIns="91439" tIns="45719" rIns="91439" bIns="45719">
            <a:noAutofit/>
          </a:bodyPr>
          <a:lstStyle/>
          <a:p>
            <a:pPr/>
          </a:p>
        </p:txBody>
      </p:sp>
      <p:sp>
        <p:nvSpPr>
          <p:cNvPr id="33" name="Slide Title"/>
          <p:cNvSpPr txBox="1"/>
          <p:nvPr>
            <p:ph type="title" hasCustomPrompt="1"/>
          </p:nvPr>
        </p:nvSpPr>
        <p:spPr>
          <a:xfrm>
            <a:off x="1206500" y="1270000"/>
            <a:ext cx="9779000" cy="5882273"/>
          </a:xfrm>
          <a:prstGeom prst="rect">
            <a:avLst/>
          </a:prstGeom>
        </p:spPr>
        <p:txBody>
          <a:bodyPr anchor="b"/>
          <a:lstStyle/>
          <a:p>
            <a:pPr/>
            <a:r>
              <a:t>Slide Title</a:t>
            </a:r>
          </a:p>
        </p:txBody>
      </p:sp>
      <p:sp>
        <p:nvSpPr>
          <p:cNvPr id="34" name="Body Level One…"/>
          <p:cNvSpPr txBox="1"/>
          <p:nvPr>
            <p:ph type="body" sz="quarter" idx="1" hasCustomPrompt="1"/>
          </p:nvPr>
        </p:nvSpPr>
        <p:spPr>
          <a:xfrm>
            <a:off x="1206500" y="7060576"/>
            <a:ext cx="9779000" cy="5385424"/>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Slide Subtitle</a:t>
            </a:r>
          </a:p>
          <a:p>
            <a:pPr lvl="1"/>
            <a:r>
              <a:t/>
            </a:r>
          </a:p>
          <a:p>
            <a:pPr lvl="2"/>
            <a:r>
              <a:t/>
            </a:r>
          </a:p>
          <a:p>
            <a:pPr lvl="3"/>
            <a:r>
              <a:t/>
            </a:r>
          </a:p>
          <a:p>
            <a:pPr lvl="4"/>
            <a:r>
              <a:t/>
            </a:r>
          </a:p>
        </p:txBody>
      </p:sp>
      <p:sp>
        <p:nvSpPr>
          <p:cNvPr id="35"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Title"/>
          <p:cNvSpPr txBox="1"/>
          <p:nvPr>
            <p:ph type="title" hasCustomPrompt="1"/>
          </p:nvPr>
        </p:nvSpPr>
        <p:spPr>
          <a:prstGeom prst="rect">
            <a:avLst/>
          </a:prstGeom>
        </p:spPr>
        <p:txBody>
          <a:bodyPr/>
          <a:lstStyle/>
          <a:p>
            <a:pPr/>
            <a:r>
              <a:t>Slide Title</a:t>
            </a:r>
          </a:p>
        </p:txBody>
      </p:sp>
      <p:sp>
        <p:nvSpPr>
          <p:cNvPr id="43"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44"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numCol="2" spcCol="1098550"/>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61"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62" name="660384004_1290x1720.jpg"/>
          <p:cNvSpPr/>
          <p:nvPr>
            <p:ph type="pic" idx="22"/>
          </p:nvPr>
        </p:nvSpPr>
        <p:spPr>
          <a:xfrm>
            <a:off x="12192000" y="-407266"/>
            <a:ext cx="10916874" cy="14555832"/>
          </a:xfrm>
          <a:prstGeom prst="rect">
            <a:avLst/>
          </a:prstGeom>
        </p:spPr>
        <p:txBody>
          <a:bodyPr lIns="91439" tIns="45719" rIns="91439" bIns="45719">
            <a:noAutofit/>
          </a:bodyPr>
          <a:lstStyle/>
          <a:p>
            <a:pPr/>
          </a:p>
        </p:txBody>
      </p:sp>
      <p:sp>
        <p:nvSpPr>
          <p:cNvPr id="6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71" name="Section Title"/>
          <p:cNvSpPr txBox="1"/>
          <p:nvPr>
            <p:ph type="title" hasCustomPrompt="1"/>
          </p:nvPr>
        </p:nvSpPr>
        <p:spPr>
          <a:xfrm>
            <a:off x="1206496" y="4533900"/>
            <a:ext cx="21971004" cy="4648200"/>
          </a:xfrm>
          <a:prstGeom prst="rect">
            <a:avLst/>
          </a:prstGeom>
        </p:spPr>
        <p:txBody>
          <a:bodyPr anchor="ctr"/>
          <a:lstStyle>
            <a:lvl1pPr>
              <a:defRPr b="0" spc="-232" sz="11600">
                <a:latin typeface="Helvetica Neue Medium"/>
                <a:ea typeface="Helvetica Neue Medium"/>
                <a:cs typeface="Helvetica Neue Medium"/>
                <a:sym typeface="Helvetica Neue Medium"/>
              </a:defRPr>
            </a:lvl1pPr>
          </a:lstStyle>
          <a:p>
            <a:pPr/>
            <a:r>
              <a:t>Section Title</a:t>
            </a:r>
          </a:p>
        </p:txBody>
      </p:sp>
      <p:sp>
        <p:nvSpPr>
          <p:cNvPr id="72"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79" name="Slide Title"/>
          <p:cNvSpPr txBox="1"/>
          <p:nvPr>
            <p:ph type="title" hasCustomPrompt="1"/>
          </p:nvPr>
        </p:nvSpPr>
        <p:spPr>
          <a:xfrm>
            <a:off x="1206500" y="1079500"/>
            <a:ext cx="21971000" cy="1434949"/>
          </a:xfrm>
          <a:prstGeom prst="rect">
            <a:avLst/>
          </a:prstGeom>
        </p:spPr>
        <p:txBody>
          <a:bodyPr/>
          <a:lstStyle/>
          <a:p>
            <a:pPr/>
            <a:r>
              <a:t>Slide Title</a:t>
            </a:r>
          </a:p>
        </p:txBody>
      </p:sp>
      <p:sp>
        <p:nvSpPr>
          <p:cNvPr id="80"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8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88" name="Agenda Title"/>
          <p:cNvSpPr txBox="1"/>
          <p:nvPr>
            <p:ph type="title" hasCustomPrompt="1"/>
          </p:nvPr>
        </p:nvSpPr>
        <p:spPr>
          <a:xfrm>
            <a:off x="1206500" y="1079500"/>
            <a:ext cx="21971000" cy="1435100"/>
          </a:xfrm>
          <a:prstGeom prst="rect">
            <a:avLst/>
          </a:prstGeom>
        </p:spPr>
        <p:txBody>
          <a:bodyPr/>
          <a:lstStyle/>
          <a:p>
            <a:pPr/>
            <a:r>
              <a:t>Agenda Title</a:t>
            </a:r>
          </a:p>
        </p:txBody>
      </p:sp>
      <p:sp>
        <p:nvSpPr>
          <p:cNvPr id="89" name="Agenda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Agenda Subtitle</a:t>
            </a:r>
          </a:p>
        </p:txBody>
      </p:sp>
      <p:sp>
        <p:nvSpPr>
          <p:cNvPr id="90" name="Body Level One…"/>
          <p:cNvSpPr txBox="1"/>
          <p:nvPr>
            <p:ph type="body" idx="1" hasCustomPrompt="1"/>
          </p:nvPr>
        </p:nvSpPr>
        <p:spPr>
          <a:prstGeom prst="rect">
            <a:avLst/>
          </a:prstGeom>
        </p:spPr>
        <p:txBody>
          <a:bodyPr/>
          <a:lstStyle>
            <a:lvl1pPr marL="0" indent="0" defTabSz="825500">
              <a:lnSpc>
                <a:spcPct val="100000"/>
              </a:lnSpc>
              <a:spcBef>
                <a:spcPts val="1800"/>
              </a:spcBef>
              <a:buSzTx/>
              <a:buNone/>
              <a:defRPr spc="-55" sz="5500"/>
            </a:lvl1pPr>
            <a:lvl2pPr marL="0" indent="457200" defTabSz="825500">
              <a:lnSpc>
                <a:spcPct val="100000"/>
              </a:lnSpc>
              <a:spcBef>
                <a:spcPts val="1800"/>
              </a:spcBef>
              <a:buSzTx/>
              <a:buNone/>
              <a:defRPr spc="-55" sz="5500"/>
            </a:lvl2pPr>
            <a:lvl3pPr marL="0" indent="914400" defTabSz="825500">
              <a:lnSpc>
                <a:spcPct val="100000"/>
              </a:lnSpc>
              <a:spcBef>
                <a:spcPts val="1800"/>
              </a:spcBef>
              <a:buSzTx/>
              <a:buNone/>
              <a:defRPr spc="-55" sz="5500"/>
            </a:lvl3pPr>
            <a:lvl4pPr marL="0" indent="1371600" defTabSz="825500">
              <a:lnSpc>
                <a:spcPct val="100000"/>
              </a:lnSpc>
              <a:spcBef>
                <a:spcPts val="1800"/>
              </a:spcBef>
              <a:buSzTx/>
              <a:buNone/>
              <a:defRPr spc="-55" sz="5500"/>
            </a:lvl4pPr>
            <a:lvl5pPr marL="0" indent="1828800" defTabSz="825500">
              <a:lnSpc>
                <a:spcPct val="100000"/>
              </a:lnSpc>
              <a:spcBef>
                <a:spcPts val="1800"/>
              </a:spcBef>
              <a:buSzTx/>
              <a:buNone/>
              <a:defRPr spc="-55" sz="5500"/>
            </a:lvl5pPr>
          </a:lstStyle>
          <a:p>
            <a:pPr/>
            <a:r>
              <a:t>Agenda Topics</a:t>
            </a:r>
          </a:p>
          <a:p>
            <a:pPr lvl="1"/>
            <a:r>
              <a:t/>
            </a:r>
          </a:p>
          <a:p>
            <a:pPr lvl="2"/>
            <a:r>
              <a:t/>
            </a:r>
          </a:p>
          <a:p>
            <a:pPr lvl="3"/>
            <a:r>
              <a:t/>
            </a:r>
          </a:p>
          <a:p>
            <a:pPr lvl="4"/>
            <a:r>
              <a:t/>
            </a:r>
          </a:p>
        </p:txBody>
      </p:sp>
      <p:sp>
        <p:nvSpPr>
          <p:cNvPr id="9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98" name="Body Level One…"/>
          <p:cNvSpPr txBox="1"/>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pc="-232" sz="11600">
                <a:latin typeface="Helvetica Neue Medium"/>
                <a:ea typeface="Helvetica Neue Medium"/>
                <a:cs typeface="Helvetica Neue Medium"/>
                <a:sym typeface="Helvetica Neue Medium"/>
              </a:defRPr>
            </a:lvl1pPr>
            <a:lvl2pPr marL="0" indent="457200" algn="ctr">
              <a:lnSpc>
                <a:spcPct val="80000"/>
              </a:lnSpc>
              <a:spcBef>
                <a:spcPts val="0"/>
              </a:spcBef>
              <a:buSzTx/>
              <a:buNone/>
              <a:defRPr spc="-232" sz="11600">
                <a:latin typeface="Helvetica Neue Medium"/>
                <a:ea typeface="Helvetica Neue Medium"/>
                <a:cs typeface="Helvetica Neue Medium"/>
                <a:sym typeface="Helvetica Neue Medium"/>
              </a:defRPr>
            </a:lvl2pPr>
            <a:lvl3pPr marL="0" indent="914400" algn="ctr">
              <a:lnSpc>
                <a:spcPct val="80000"/>
              </a:lnSpc>
              <a:spcBef>
                <a:spcPts val="0"/>
              </a:spcBef>
              <a:buSzTx/>
              <a:buNone/>
              <a:defRPr spc="-232" sz="11600">
                <a:latin typeface="Helvetica Neue Medium"/>
                <a:ea typeface="Helvetica Neue Medium"/>
                <a:cs typeface="Helvetica Neue Medium"/>
                <a:sym typeface="Helvetica Neue Medium"/>
              </a:defRPr>
            </a:lvl3pPr>
            <a:lvl4pPr marL="0" indent="1371600" algn="ctr">
              <a:lnSpc>
                <a:spcPct val="80000"/>
              </a:lnSpc>
              <a:spcBef>
                <a:spcPts val="0"/>
              </a:spcBef>
              <a:buSzTx/>
              <a:buNone/>
              <a:defRPr spc="-232" sz="11600">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pc="-232" sz="11600">
                <a:latin typeface="Helvetica Neue Medium"/>
                <a:ea typeface="Helvetica Neue Medium"/>
                <a:cs typeface="Helvetica Neue Medium"/>
                <a:sym typeface="Helvetica Neue Medium"/>
              </a:defRPr>
            </a:lvl5pPr>
          </a:lstStyle>
          <a:p>
            <a:pPr/>
            <a:r>
              <a:t>Statement</a:t>
            </a:r>
          </a:p>
          <a:p>
            <a:pPr lvl="1"/>
            <a:r>
              <a:t/>
            </a:r>
          </a:p>
          <a:p>
            <a:pPr lvl="2"/>
            <a:r>
              <a:t/>
            </a:r>
          </a:p>
          <a:p>
            <a:pPr lvl="3"/>
            <a:r>
              <a:t/>
            </a:r>
          </a:p>
          <a:p>
            <a:pPr lvl="4"/>
            <a:r>
              <a:t/>
            </a:r>
          </a:p>
        </p:txBody>
      </p:sp>
      <p:sp>
        <p:nvSpPr>
          <p:cNvPr id="9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06" name="Body Level One…"/>
          <p:cNvSpPr txBox="1"/>
          <p:nvPr>
            <p:ph type="body" idx="1" hasCustomPrompt="1"/>
          </p:nvPr>
        </p:nvSpPr>
        <p:spPr>
          <a:xfrm>
            <a:off x="1206500" y="1075927"/>
            <a:ext cx="21971000" cy="7241584"/>
          </a:xfrm>
          <a:prstGeom prst="rect">
            <a:avLst/>
          </a:prstGeom>
        </p:spPr>
        <p:txBody>
          <a:bodyPr anchor="b"/>
          <a:lstStyle>
            <a:lvl1pPr marL="0" indent="0" algn="ctr">
              <a:lnSpc>
                <a:spcPct val="80000"/>
              </a:lnSpc>
              <a:spcBef>
                <a:spcPts val="0"/>
              </a:spcBef>
              <a:buSzTx/>
              <a:buNone/>
              <a:defRPr b="1" spc="-250" sz="25000"/>
            </a:lvl1pPr>
            <a:lvl2pPr marL="0" indent="457200" algn="ctr">
              <a:lnSpc>
                <a:spcPct val="80000"/>
              </a:lnSpc>
              <a:spcBef>
                <a:spcPts val="0"/>
              </a:spcBef>
              <a:buSzTx/>
              <a:buNone/>
              <a:defRPr b="1" spc="-250" sz="25000"/>
            </a:lvl2pPr>
            <a:lvl3pPr marL="0" indent="914400" algn="ctr">
              <a:lnSpc>
                <a:spcPct val="80000"/>
              </a:lnSpc>
              <a:spcBef>
                <a:spcPts val="0"/>
              </a:spcBef>
              <a:buSzTx/>
              <a:buNone/>
              <a:defRPr b="1" spc="-250" sz="25000"/>
            </a:lvl3pPr>
            <a:lvl4pPr marL="0" indent="1371600" algn="ctr">
              <a:lnSpc>
                <a:spcPct val="80000"/>
              </a:lnSpc>
              <a:spcBef>
                <a:spcPts val="0"/>
              </a:spcBef>
              <a:buSzTx/>
              <a:buNone/>
              <a:defRPr b="1" spc="-250" sz="25000"/>
            </a:lvl4pPr>
            <a:lvl5pPr marL="0" indent="1828800" algn="ctr">
              <a:lnSpc>
                <a:spcPct val="80000"/>
              </a:lnSpc>
              <a:spcBef>
                <a:spcPts val="0"/>
              </a:spcBef>
              <a:buSzTx/>
              <a:buNone/>
              <a:defRPr b="1" spc="-250" sz="25000"/>
            </a:lvl5pPr>
          </a:lstStyle>
          <a:p>
            <a:pPr/>
            <a:r>
              <a:t>100%</a:t>
            </a:r>
          </a:p>
          <a:p>
            <a:pPr lvl="1"/>
            <a:r>
              <a:t/>
            </a:r>
          </a:p>
          <a:p>
            <a:pPr lvl="2"/>
            <a:r>
              <a:t/>
            </a:r>
          </a:p>
          <a:p>
            <a:pPr lvl="3"/>
            <a:r>
              <a:t/>
            </a:r>
          </a:p>
          <a:p>
            <a:pPr lvl="4"/>
            <a:r>
              <a:t/>
            </a:r>
          </a:p>
        </p:txBody>
      </p:sp>
      <p:sp>
        <p:nvSpPr>
          <p:cNvPr id="107" name="Fact information"/>
          <p:cNvSpPr txBox="1"/>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825500">
              <a:lnSpc>
                <a:spcPct val="100000"/>
              </a:lnSpc>
              <a:spcBef>
                <a:spcPts val="0"/>
              </a:spcBef>
              <a:buSzTx/>
              <a:buNone/>
              <a:defRPr b="1" sz="5500"/>
            </a:lvl1pPr>
          </a:lstStyle>
          <a:p>
            <a:pPr/>
            <a:r>
              <a:t>Fact information</a:t>
            </a:r>
          </a:p>
        </p:txBody>
      </p:sp>
      <p:sp>
        <p:nvSpPr>
          <p:cNvPr id="10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15" name="Attribution"/>
          <p:cNvSpPr txBox="1"/>
          <p:nvPr>
            <p:ph type="body" sz="quarter" idx="21" hasCustomPrompt="1"/>
          </p:nvPr>
        </p:nvSpPr>
        <p:spPr>
          <a:xfrm>
            <a:off x="2430025" y="10675453"/>
            <a:ext cx="20200052"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Attribution</a:t>
            </a:r>
          </a:p>
        </p:txBody>
      </p:sp>
      <p:sp>
        <p:nvSpPr>
          <p:cNvPr id="116" name="Body Level One…"/>
          <p:cNvSpPr txBox="1"/>
          <p:nvPr>
            <p:ph type="body" sz="half" idx="1" hasCustomPrompt="1"/>
          </p:nvPr>
        </p:nvSpPr>
        <p:spPr>
          <a:xfrm>
            <a:off x="1753923" y="4939860"/>
            <a:ext cx="20876154" cy="3836280"/>
          </a:xfrm>
          <a:prstGeom prst="rect">
            <a:avLst/>
          </a:prstGeom>
        </p:spPr>
        <p:txBody>
          <a:bodyPr/>
          <a:lstStyle>
            <a:lvl1pPr marL="638923" indent="-469900">
              <a:spcBef>
                <a:spcPts val="0"/>
              </a:spcBef>
              <a:buSzTx/>
              <a:buNone/>
              <a:defRPr spc="-170" sz="8500">
                <a:latin typeface="Helvetica Neue Medium"/>
                <a:ea typeface="Helvetica Neue Medium"/>
                <a:cs typeface="Helvetica Neue Medium"/>
                <a:sym typeface="Helvetica Neue Medium"/>
              </a:defRPr>
            </a:lvl1pPr>
            <a:lvl2pPr marL="638923" indent="-12700">
              <a:spcBef>
                <a:spcPts val="0"/>
              </a:spcBef>
              <a:buSzTx/>
              <a:buNone/>
              <a:defRPr spc="-170" sz="8500">
                <a:latin typeface="Helvetica Neue Medium"/>
                <a:ea typeface="Helvetica Neue Medium"/>
                <a:cs typeface="Helvetica Neue Medium"/>
                <a:sym typeface="Helvetica Neue Medium"/>
              </a:defRPr>
            </a:lvl2pPr>
            <a:lvl3pPr marL="638923" indent="444500">
              <a:spcBef>
                <a:spcPts val="0"/>
              </a:spcBef>
              <a:buSzTx/>
              <a:buNone/>
              <a:defRPr spc="-170" sz="8500">
                <a:latin typeface="Helvetica Neue Medium"/>
                <a:ea typeface="Helvetica Neue Medium"/>
                <a:cs typeface="Helvetica Neue Medium"/>
                <a:sym typeface="Helvetica Neue Medium"/>
              </a:defRPr>
            </a:lvl3pPr>
            <a:lvl4pPr marL="638923" indent="901700">
              <a:spcBef>
                <a:spcPts val="0"/>
              </a:spcBef>
              <a:buSzTx/>
              <a:buNone/>
              <a:defRPr spc="-170" sz="8500">
                <a:latin typeface="Helvetica Neue Medium"/>
                <a:ea typeface="Helvetica Neue Medium"/>
                <a:cs typeface="Helvetica Neue Medium"/>
                <a:sym typeface="Helvetica Neue Medium"/>
              </a:defRPr>
            </a:lvl4pPr>
            <a:lvl5pPr marL="638923" indent="1358900">
              <a:spcBef>
                <a:spcPts val="0"/>
              </a:spcBef>
              <a:buSzTx/>
              <a:buNone/>
              <a:defRPr spc="-170" sz="8500">
                <a:latin typeface="Helvetica Neue Medium"/>
                <a:ea typeface="Helvetica Neue Medium"/>
                <a:cs typeface="Helvetica Neue Medium"/>
                <a:sym typeface="Helvetica Neue Medium"/>
              </a:defRPr>
            </a:lvl5pPr>
          </a:lstStyle>
          <a:p>
            <a:pPr/>
            <a:r>
              <a:t>“Notable Quote”</a:t>
            </a:r>
          </a:p>
          <a:p>
            <a:pPr lvl="1"/>
            <a:r>
              <a:t/>
            </a:r>
          </a:p>
          <a:p>
            <a:pPr lvl="2"/>
            <a:r>
              <a:t/>
            </a:r>
          </a:p>
          <a:p>
            <a:pPr lvl="3"/>
            <a:r>
              <a:t/>
            </a:r>
          </a:p>
          <a:p>
            <a:pPr lvl="4"/>
            <a:r>
              <a:t/>
            </a:r>
          </a:p>
        </p:txBody>
      </p:sp>
      <p:sp>
        <p:nvSpPr>
          <p:cNvPr id="11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24" name="Image"/>
          <p:cNvSpPr/>
          <p:nvPr>
            <p:ph type="pic" sz="quarter" idx="21"/>
          </p:nvPr>
        </p:nvSpPr>
        <p:spPr>
          <a:xfrm>
            <a:off x="15760700" y="1016000"/>
            <a:ext cx="7439099" cy="5949678"/>
          </a:xfrm>
          <a:prstGeom prst="rect">
            <a:avLst/>
          </a:prstGeom>
        </p:spPr>
        <p:txBody>
          <a:bodyPr lIns="91439" tIns="45719" rIns="91439" bIns="45719">
            <a:noAutofit/>
          </a:bodyPr>
          <a:lstStyle/>
          <a:p>
            <a:pPr/>
          </a:p>
        </p:txBody>
      </p:sp>
      <p:sp>
        <p:nvSpPr>
          <p:cNvPr id="125" name="Image"/>
          <p:cNvSpPr/>
          <p:nvPr>
            <p:ph type="pic" sz="half" idx="22"/>
          </p:nvPr>
        </p:nvSpPr>
        <p:spPr>
          <a:xfrm>
            <a:off x="13500100" y="3978275"/>
            <a:ext cx="10439400" cy="12150181"/>
          </a:xfrm>
          <a:prstGeom prst="rect">
            <a:avLst/>
          </a:prstGeom>
        </p:spPr>
        <p:txBody>
          <a:bodyPr lIns="91439" tIns="45719" rIns="91439" bIns="45719">
            <a:noAutofit/>
          </a:bodyPr>
          <a:lstStyle/>
          <a:p>
            <a:pPr/>
          </a:p>
        </p:txBody>
      </p:sp>
      <p:sp>
        <p:nvSpPr>
          <p:cNvPr id="126" name="Image"/>
          <p:cNvSpPr/>
          <p:nvPr>
            <p:ph type="pic" idx="23"/>
          </p:nvPr>
        </p:nvSpPr>
        <p:spPr>
          <a:xfrm>
            <a:off x="-139700" y="495300"/>
            <a:ext cx="16611600" cy="12458700"/>
          </a:xfrm>
          <a:prstGeom prst="rect">
            <a:avLst/>
          </a:prstGeom>
        </p:spPr>
        <p:txBody>
          <a:bodyPr lIns="91439" tIns="45719" rIns="91439" bIns="45719">
            <a:noAutofit/>
          </a:bodyPr>
          <a:lstStyle/>
          <a:p>
            <a:pPr/>
          </a:p>
        </p:txBody>
      </p:sp>
      <p:sp>
        <p:nvSpPr>
          <p:cNvPr id="12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34" name="Image"/>
          <p:cNvSpPr/>
          <p:nvPr>
            <p:ph type="pic" idx="21"/>
          </p:nvPr>
        </p:nvSpPr>
        <p:spPr>
          <a:xfrm>
            <a:off x="-1333500" y="-5524500"/>
            <a:ext cx="27051000" cy="21640800"/>
          </a:xfrm>
          <a:prstGeom prst="rect">
            <a:avLst/>
          </a:prstGeom>
        </p:spPr>
        <p:txBody>
          <a:bodyPr lIns="91439" tIns="45719" rIns="91439" bIns="45719">
            <a:noAutofit/>
          </a:bodyPr>
          <a:lstStyle/>
          <a:p>
            <a:pPr/>
          </a:p>
        </p:txBody>
      </p:sp>
      <p:sp>
        <p:nvSpPr>
          <p:cNvPr id="135" name="Slide Number"/>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4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49" name="Title Text"/>
          <p:cNvSpPr txBox="1"/>
          <p:nvPr>
            <p:ph type="title"/>
          </p:nvPr>
        </p:nvSpPr>
        <p:spPr>
          <a:xfrm>
            <a:off x="4387451" y="625075"/>
            <a:ext cx="15609097" cy="3036098"/>
          </a:xfrm>
          <a:prstGeom prst="rect">
            <a:avLst/>
          </a:prstGeom>
        </p:spPr>
        <p:txBody>
          <a:bodyPr lIns="71435" tIns="71435" rIns="71435" bIns="71435" anchor="ctr"/>
          <a:lstStyle>
            <a:lvl1pPr algn="ctr" defTabSz="821529">
              <a:lnSpc>
                <a:spcPct val="100000"/>
              </a:lnSpc>
              <a:defRPr b="0" spc="0" sz="10800">
                <a:latin typeface="Helvetica Light"/>
                <a:ea typeface="Helvetica Light"/>
                <a:cs typeface="Helvetica Light"/>
                <a:sym typeface="Helvetica Light"/>
              </a:defRPr>
            </a:lvl1pPr>
          </a:lstStyle>
          <a:p>
            <a:pPr/>
            <a:r>
              <a:t>Title Text</a:t>
            </a:r>
          </a:p>
        </p:txBody>
      </p:sp>
      <p:sp>
        <p:nvSpPr>
          <p:cNvPr id="150" name="Body Level One…"/>
          <p:cNvSpPr txBox="1"/>
          <p:nvPr>
            <p:ph type="body" idx="1"/>
          </p:nvPr>
        </p:nvSpPr>
        <p:spPr>
          <a:xfrm>
            <a:off x="4387451" y="3661169"/>
            <a:ext cx="15609097" cy="8840395"/>
          </a:xfrm>
          <a:prstGeom prst="rect">
            <a:avLst/>
          </a:prstGeom>
        </p:spPr>
        <p:txBody>
          <a:bodyPr lIns="71435" tIns="71435" rIns="71435" bIns="71435" anchor="ctr"/>
          <a:lstStyle>
            <a:lvl1pPr marL="592664" indent="-592664" defTabSz="583286">
              <a:lnSpc>
                <a:spcPct val="100000"/>
              </a:lnSpc>
              <a:spcBef>
                <a:spcPts val="1600"/>
              </a:spcBef>
              <a:buSzPct val="75000"/>
              <a:defRPr>
                <a:latin typeface="Helvetica"/>
                <a:ea typeface="Helvetica"/>
                <a:cs typeface="Helvetica"/>
                <a:sym typeface="Helvetica"/>
              </a:defRPr>
            </a:lvl1pPr>
            <a:lvl2pPr marL="1037164" indent="-592664" defTabSz="583286">
              <a:lnSpc>
                <a:spcPct val="100000"/>
              </a:lnSpc>
              <a:spcBef>
                <a:spcPts val="1600"/>
              </a:spcBef>
              <a:buSzPct val="75000"/>
              <a:defRPr>
                <a:latin typeface="Helvetica"/>
                <a:ea typeface="Helvetica"/>
                <a:cs typeface="Helvetica"/>
                <a:sym typeface="Helvetica"/>
              </a:defRPr>
            </a:lvl2pPr>
            <a:lvl3pPr marL="1481664" indent="-592664" defTabSz="583286">
              <a:lnSpc>
                <a:spcPct val="100000"/>
              </a:lnSpc>
              <a:spcBef>
                <a:spcPts val="1600"/>
              </a:spcBef>
              <a:buSzPct val="75000"/>
              <a:defRPr>
                <a:latin typeface="Helvetica"/>
                <a:ea typeface="Helvetica"/>
                <a:cs typeface="Helvetica"/>
                <a:sym typeface="Helvetica"/>
              </a:defRPr>
            </a:lvl3pPr>
            <a:lvl4pPr marL="1926164" indent="-592664" defTabSz="583286">
              <a:lnSpc>
                <a:spcPct val="100000"/>
              </a:lnSpc>
              <a:spcBef>
                <a:spcPts val="1600"/>
              </a:spcBef>
              <a:buSzPct val="75000"/>
              <a:defRPr>
                <a:latin typeface="Helvetica"/>
                <a:ea typeface="Helvetica"/>
                <a:cs typeface="Helvetica"/>
                <a:sym typeface="Helvetica"/>
              </a:defRPr>
            </a:lvl4pPr>
            <a:lvl5pPr marL="2370664" indent="-592664" defTabSz="583286">
              <a:lnSpc>
                <a:spcPct val="100000"/>
              </a:lnSpc>
              <a:spcBef>
                <a:spcPts val="1600"/>
              </a:spcBef>
              <a:buSzPct val="75000"/>
              <a:defRPr>
                <a:latin typeface="Helvetica"/>
                <a:ea typeface="Helvetica"/>
                <a:cs typeface="Helvetica"/>
                <a:sym typeface="Helvetica"/>
              </a:defRPr>
            </a:lvl5pPr>
          </a:lstStyle>
          <a:p>
            <a:pPr/>
            <a:r>
              <a:t>Body Level One</a:t>
            </a:r>
          </a:p>
          <a:p>
            <a:pPr lvl="1"/>
            <a:r>
              <a:t>Body Level Two</a:t>
            </a:r>
          </a:p>
          <a:p>
            <a:pPr lvl="2"/>
            <a:r>
              <a:t>Body Level Three</a:t>
            </a:r>
          </a:p>
          <a:p>
            <a:pPr lvl="3"/>
            <a:r>
              <a:t>Body Level Four</a:t>
            </a:r>
          </a:p>
          <a:p>
            <a:pPr lvl="4"/>
            <a:r>
              <a:t>Body Level Five</a:t>
            </a:r>
          </a:p>
        </p:txBody>
      </p:sp>
      <p:sp>
        <p:nvSpPr>
          <p:cNvPr id="151" name="Slide Number"/>
          <p:cNvSpPr txBox="1"/>
          <p:nvPr>
            <p:ph type="sldNum" sz="quarter" idx="2"/>
          </p:nvPr>
        </p:nvSpPr>
        <p:spPr>
          <a:xfrm>
            <a:off x="11949937" y="13010554"/>
            <a:ext cx="466266" cy="473073"/>
          </a:xfrm>
          <a:prstGeom prst="rect">
            <a:avLst/>
          </a:prstGeom>
        </p:spPr>
        <p:txBody>
          <a:bodyPr lIns="71435" tIns="71435" rIns="71435" bIns="71435" anchor="t"/>
          <a:lstStyle>
            <a:lvl1pPr defTabSz="821529">
              <a:defRPr sz="22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58" name="Title Text"/>
          <p:cNvSpPr txBox="1"/>
          <p:nvPr>
            <p:ph type="title"/>
          </p:nvPr>
        </p:nvSpPr>
        <p:spPr>
          <a:xfrm>
            <a:off x="4387451" y="625075"/>
            <a:ext cx="15609097" cy="3036098"/>
          </a:xfrm>
          <a:prstGeom prst="rect">
            <a:avLst/>
          </a:prstGeom>
        </p:spPr>
        <p:txBody>
          <a:bodyPr lIns="71435" tIns="71435" rIns="71435" bIns="71435" anchor="ctr"/>
          <a:lstStyle>
            <a:lvl1pPr algn="ctr" defTabSz="714732">
              <a:lnSpc>
                <a:spcPct val="100000"/>
              </a:lnSpc>
              <a:defRPr spc="0" sz="16000">
                <a:solidFill>
                  <a:srgbClr val="000080"/>
                </a:solidFill>
                <a:latin typeface="Helvetica"/>
                <a:ea typeface="Helvetica"/>
                <a:cs typeface="Helvetica"/>
                <a:sym typeface="Helvetica"/>
              </a:defRPr>
            </a:lvl1pPr>
          </a:lstStyle>
          <a:p>
            <a:pPr/>
            <a:r>
              <a:t>Title Text</a:t>
            </a:r>
          </a:p>
        </p:txBody>
      </p:sp>
      <p:sp>
        <p:nvSpPr>
          <p:cNvPr id="159" name="Body Level One…"/>
          <p:cNvSpPr txBox="1"/>
          <p:nvPr>
            <p:ph type="body" idx="1"/>
          </p:nvPr>
        </p:nvSpPr>
        <p:spPr>
          <a:xfrm>
            <a:off x="4387451" y="3661169"/>
            <a:ext cx="15609097" cy="8840395"/>
          </a:xfrm>
          <a:prstGeom prst="rect">
            <a:avLst/>
          </a:prstGeom>
        </p:spPr>
        <p:txBody>
          <a:bodyPr lIns="71435" tIns="71435" rIns="71435" bIns="71435" anchor="ctr"/>
          <a:lstStyle>
            <a:lvl1pPr marL="543275" indent="-543275" defTabSz="821529">
              <a:lnSpc>
                <a:spcPct val="100000"/>
              </a:lnSpc>
              <a:spcBef>
                <a:spcPts val="5800"/>
              </a:spcBef>
              <a:buSzPct val="75000"/>
              <a:defRPr sz="4400">
                <a:latin typeface="Helvetica Light"/>
                <a:ea typeface="Helvetica Light"/>
                <a:cs typeface="Helvetica Light"/>
                <a:sym typeface="Helvetica Light"/>
              </a:defRPr>
            </a:lvl1pPr>
            <a:lvl2pPr marL="987776" indent="-543276" defTabSz="821529">
              <a:lnSpc>
                <a:spcPct val="100000"/>
              </a:lnSpc>
              <a:spcBef>
                <a:spcPts val="5800"/>
              </a:spcBef>
              <a:buSzPct val="75000"/>
              <a:defRPr sz="4400">
                <a:latin typeface="Helvetica Light"/>
                <a:ea typeface="Helvetica Light"/>
                <a:cs typeface="Helvetica Light"/>
                <a:sym typeface="Helvetica Light"/>
              </a:defRPr>
            </a:lvl2pPr>
            <a:lvl3pPr marL="1432275" indent="-543275" defTabSz="821529">
              <a:lnSpc>
                <a:spcPct val="100000"/>
              </a:lnSpc>
              <a:spcBef>
                <a:spcPts val="5800"/>
              </a:spcBef>
              <a:buSzPct val="75000"/>
              <a:defRPr sz="4400">
                <a:latin typeface="Helvetica Light"/>
                <a:ea typeface="Helvetica Light"/>
                <a:cs typeface="Helvetica Light"/>
                <a:sym typeface="Helvetica Light"/>
              </a:defRPr>
            </a:lvl3pPr>
            <a:lvl4pPr marL="1876775" indent="-543275" defTabSz="821529">
              <a:lnSpc>
                <a:spcPct val="100000"/>
              </a:lnSpc>
              <a:spcBef>
                <a:spcPts val="5800"/>
              </a:spcBef>
              <a:buSzPct val="75000"/>
              <a:defRPr sz="4400">
                <a:latin typeface="Helvetica Light"/>
                <a:ea typeface="Helvetica Light"/>
                <a:cs typeface="Helvetica Light"/>
                <a:sym typeface="Helvetica Light"/>
              </a:defRPr>
            </a:lvl4pPr>
            <a:lvl5pPr marL="2321276" indent="-543276" defTabSz="821529">
              <a:lnSpc>
                <a:spcPct val="100000"/>
              </a:lnSpc>
              <a:spcBef>
                <a:spcPts val="5800"/>
              </a:spcBef>
              <a:buSzPct val="75000"/>
              <a:defRPr sz="4400">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160" name="Slide Number"/>
          <p:cNvSpPr txBox="1"/>
          <p:nvPr>
            <p:ph type="sldNum" sz="quarter" idx="2"/>
          </p:nvPr>
        </p:nvSpPr>
        <p:spPr>
          <a:xfrm>
            <a:off x="11949937" y="13010554"/>
            <a:ext cx="466266" cy="473073"/>
          </a:xfrm>
          <a:prstGeom prst="rect">
            <a:avLst/>
          </a:prstGeom>
        </p:spPr>
        <p:txBody>
          <a:bodyPr lIns="71435" tIns="71435" rIns="71435" bIns="71435" anchor="t"/>
          <a:lstStyle>
            <a:lvl1pPr defTabSz="821529">
              <a:defRPr sz="22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67" name="Title Text"/>
          <p:cNvSpPr txBox="1"/>
          <p:nvPr>
            <p:ph type="title"/>
          </p:nvPr>
        </p:nvSpPr>
        <p:spPr>
          <a:xfrm>
            <a:off x="4387451" y="625077"/>
            <a:ext cx="15609097" cy="3036095"/>
          </a:xfrm>
          <a:prstGeom prst="rect">
            <a:avLst/>
          </a:prstGeom>
        </p:spPr>
        <p:txBody>
          <a:bodyPr lIns="71435" tIns="71435" rIns="71435" bIns="71435" anchor="ctr"/>
          <a:lstStyle>
            <a:lvl1pPr algn="ctr" defTabSz="914400">
              <a:lnSpc>
                <a:spcPct val="100000"/>
              </a:lnSpc>
              <a:defRPr spc="0" sz="11200">
                <a:solidFill>
                  <a:srgbClr val="000080"/>
                </a:solidFill>
                <a:uFill>
                  <a:solidFill>
                    <a:srgbClr val="000000"/>
                  </a:solidFill>
                </a:uFill>
                <a:latin typeface="Calibri"/>
                <a:ea typeface="Calibri"/>
                <a:cs typeface="Calibri"/>
                <a:sym typeface="Calibri"/>
              </a:defRPr>
            </a:lvl1pPr>
          </a:lstStyle>
          <a:p>
            <a:pPr/>
            <a:r>
              <a:t>Title Text</a:t>
            </a:r>
          </a:p>
        </p:txBody>
      </p:sp>
      <p:sp>
        <p:nvSpPr>
          <p:cNvPr id="168" name="Body Level One…"/>
          <p:cNvSpPr txBox="1"/>
          <p:nvPr>
            <p:ph type="body" idx="1"/>
          </p:nvPr>
        </p:nvSpPr>
        <p:spPr>
          <a:xfrm>
            <a:off x="4387451" y="3661169"/>
            <a:ext cx="15609097" cy="8840395"/>
          </a:xfrm>
          <a:prstGeom prst="rect">
            <a:avLst/>
          </a:prstGeom>
        </p:spPr>
        <p:txBody>
          <a:bodyPr lIns="71435" tIns="71435" rIns="71435" bIns="71435" anchor="ctr"/>
          <a:lstStyle>
            <a:lvl1pPr marL="592666" indent="-592666" defTabSz="821529">
              <a:lnSpc>
                <a:spcPct val="100000"/>
              </a:lnSpc>
              <a:spcBef>
                <a:spcPts val="5800"/>
              </a:spcBef>
              <a:buSzPct val="75000"/>
              <a:defRPr>
                <a:latin typeface="Helvetica Light"/>
                <a:ea typeface="Helvetica Light"/>
                <a:cs typeface="Helvetica Light"/>
                <a:sym typeface="Helvetica Light"/>
              </a:defRPr>
            </a:lvl1pPr>
            <a:lvl2pPr marL="1037165" indent="-592665" defTabSz="821529">
              <a:lnSpc>
                <a:spcPct val="100000"/>
              </a:lnSpc>
              <a:spcBef>
                <a:spcPts val="5800"/>
              </a:spcBef>
              <a:buSzPct val="75000"/>
              <a:defRPr>
                <a:latin typeface="Helvetica Light"/>
                <a:ea typeface="Helvetica Light"/>
                <a:cs typeface="Helvetica Light"/>
                <a:sym typeface="Helvetica Light"/>
              </a:defRPr>
            </a:lvl2pPr>
            <a:lvl3pPr marL="1481665" indent="-592665" defTabSz="821529">
              <a:lnSpc>
                <a:spcPct val="100000"/>
              </a:lnSpc>
              <a:spcBef>
                <a:spcPts val="5800"/>
              </a:spcBef>
              <a:buSzPct val="75000"/>
              <a:defRPr>
                <a:latin typeface="Helvetica Light"/>
                <a:ea typeface="Helvetica Light"/>
                <a:cs typeface="Helvetica Light"/>
                <a:sym typeface="Helvetica Light"/>
              </a:defRPr>
            </a:lvl3pPr>
            <a:lvl4pPr marL="1926166" indent="-592666" defTabSz="821529">
              <a:lnSpc>
                <a:spcPct val="100000"/>
              </a:lnSpc>
              <a:spcBef>
                <a:spcPts val="5800"/>
              </a:spcBef>
              <a:buSzPct val="75000"/>
              <a:defRPr>
                <a:latin typeface="Helvetica Light"/>
                <a:ea typeface="Helvetica Light"/>
                <a:cs typeface="Helvetica Light"/>
                <a:sym typeface="Helvetica Light"/>
              </a:defRPr>
            </a:lvl4pPr>
            <a:lvl5pPr marL="2370666" indent="-592666" defTabSz="821529">
              <a:lnSpc>
                <a:spcPct val="100000"/>
              </a:lnSpc>
              <a:spcBef>
                <a:spcPts val="5800"/>
              </a:spcBef>
              <a:buSzPct val="75000"/>
              <a:defRPr>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169" name="Slide Number"/>
          <p:cNvSpPr txBox="1"/>
          <p:nvPr>
            <p:ph type="sldNum" sz="quarter" idx="2"/>
          </p:nvPr>
        </p:nvSpPr>
        <p:spPr>
          <a:xfrm>
            <a:off x="11935816" y="13010554"/>
            <a:ext cx="494510" cy="511173"/>
          </a:xfrm>
          <a:prstGeom prst="rect">
            <a:avLst/>
          </a:prstGeom>
        </p:spPr>
        <p:txBody>
          <a:bodyPr lIns="71435" tIns="71435" rIns="71435" bIns="71435" anchor="t"/>
          <a:lstStyle>
            <a:lvl1pPr defTabSz="821529">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76" name="Title Text"/>
          <p:cNvSpPr txBox="1"/>
          <p:nvPr>
            <p:ph type="title"/>
          </p:nvPr>
        </p:nvSpPr>
        <p:spPr>
          <a:xfrm>
            <a:off x="4387451" y="625075"/>
            <a:ext cx="15609097" cy="3036098"/>
          </a:xfrm>
          <a:prstGeom prst="rect">
            <a:avLst/>
          </a:prstGeom>
        </p:spPr>
        <p:txBody>
          <a:bodyPr lIns="71435" tIns="71435" rIns="71435" bIns="71435" anchor="ctr"/>
          <a:lstStyle>
            <a:lvl1pPr algn="ctr" defTabSz="821529">
              <a:lnSpc>
                <a:spcPct val="100000"/>
              </a:lnSpc>
              <a:defRPr b="0" spc="0" sz="10800">
                <a:latin typeface="Helvetica Light"/>
                <a:ea typeface="Helvetica Light"/>
                <a:cs typeface="Helvetica Light"/>
                <a:sym typeface="Helvetica Light"/>
              </a:defRPr>
            </a:lvl1pPr>
          </a:lstStyle>
          <a:p>
            <a:pPr/>
            <a:r>
              <a:t>Title Text</a:t>
            </a:r>
          </a:p>
        </p:txBody>
      </p:sp>
      <p:sp>
        <p:nvSpPr>
          <p:cNvPr id="177" name="Body Level One…"/>
          <p:cNvSpPr txBox="1"/>
          <p:nvPr>
            <p:ph type="body" idx="1"/>
          </p:nvPr>
        </p:nvSpPr>
        <p:spPr>
          <a:xfrm>
            <a:off x="4387451" y="3661169"/>
            <a:ext cx="15609097" cy="8840395"/>
          </a:xfrm>
          <a:prstGeom prst="rect">
            <a:avLst/>
          </a:prstGeom>
        </p:spPr>
        <p:txBody>
          <a:bodyPr lIns="71435" tIns="71435" rIns="71435" bIns="71435" anchor="ctr"/>
          <a:lstStyle>
            <a:lvl1pPr marL="543275" indent="-543275" defTabSz="821529">
              <a:lnSpc>
                <a:spcPct val="100000"/>
              </a:lnSpc>
              <a:spcBef>
                <a:spcPts val="5800"/>
              </a:spcBef>
              <a:buSzPct val="75000"/>
              <a:defRPr sz="4400">
                <a:latin typeface="Helvetica Light"/>
                <a:ea typeface="Helvetica Light"/>
                <a:cs typeface="Helvetica Light"/>
                <a:sym typeface="Helvetica Light"/>
              </a:defRPr>
            </a:lvl1pPr>
            <a:lvl2pPr marL="987776" indent="-543276" defTabSz="821529">
              <a:lnSpc>
                <a:spcPct val="100000"/>
              </a:lnSpc>
              <a:spcBef>
                <a:spcPts val="5800"/>
              </a:spcBef>
              <a:buSzPct val="75000"/>
              <a:defRPr sz="4400">
                <a:latin typeface="Helvetica Light"/>
                <a:ea typeface="Helvetica Light"/>
                <a:cs typeface="Helvetica Light"/>
                <a:sym typeface="Helvetica Light"/>
              </a:defRPr>
            </a:lvl2pPr>
            <a:lvl3pPr marL="1432275" indent="-543275" defTabSz="821529">
              <a:lnSpc>
                <a:spcPct val="100000"/>
              </a:lnSpc>
              <a:spcBef>
                <a:spcPts val="5800"/>
              </a:spcBef>
              <a:buSzPct val="75000"/>
              <a:defRPr sz="4400">
                <a:latin typeface="Helvetica Light"/>
                <a:ea typeface="Helvetica Light"/>
                <a:cs typeface="Helvetica Light"/>
                <a:sym typeface="Helvetica Light"/>
              </a:defRPr>
            </a:lvl3pPr>
            <a:lvl4pPr marL="1876775" indent="-543275" defTabSz="821529">
              <a:lnSpc>
                <a:spcPct val="100000"/>
              </a:lnSpc>
              <a:spcBef>
                <a:spcPts val="5800"/>
              </a:spcBef>
              <a:buSzPct val="75000"/>
              <a:defRPr sz="4400">
                <a:latin typeface="Helvetica Light"/>
                <a:ea typeface="Helvetica Light"/>
                <a:cs typeface="Helvetica Light"/>
                <a:sym typeface="Helvetica Light"/>
              </a:defRPr>
            </a:lvl4pPr>
            <a:lvl5pPr marL="2321276" indent="-543276" defTabSz="821529">
              <a:lnSpc>
                <a:spcPct val="100000"/>
              </a:lnSpc>
              <a:spcBef>
                <a:spcPts val="5800"/>
              </a:spcBef>
              <a:buSzPct val="75000"/>
              <a:defRPr sz="4400">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178" name="Slide Number"/>
          <p:cNvSpPr txBox="1"/>
          <p:nvPr>
            <p:ph type="sldNum" sz="quarter" idx="2"/>
          </p:nvPr>
        </p:nvSpPr>
        <p:spPr>
          <a:xfrm>
            <a:off x="11949937" y="13010554"/>
            <a:ext cx="466266" cy="473073"/>
          </a:xfrm>
          <a:prstGeom prst="rect">
            <a:avLst/>
          </a:prstGeom>
        </p:spPr>
        <p:txBody>
          <a:bodyPr lIns="71435" tIns="71435" rIns="71435" bIns="71435" anchor="t"/>
          <a:lstStyle>
            <a:lvl1pPr defTabSz="821529">
              <a:defRPr sz="22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85" name="Title Text"/>
          <p:cNvSpPr txBox="1"/>
          <p:nvPr>
            <p:ph type="title"/>
          </p:nvPr>
        </p:nvSpPr>
        <p:spPr>
          <a:xfrm>
            <a:off x="4387450" y="625075"/>
            <a:ext cx="15609099" cy="3036098"/>
          </a:xfrm>
          <a:prstGeom prst="rect">
            <a:avLst/>
          </a:prstGeom>
        </p:spPr>
        <p:txBody>
          <a:bodyPr lIns="71433" tIns="71433" rIns="71433" bIns="71433" anchor="ctr"/>
          <a:lstStyle>
            <a:lvl1pPr algn="ctr" defTabSz="914400">
              <a:lnSpc>
                <a:spcPct val="100000"/>
              </a:lnSpc>
              <a:defRPr spc="0" sz="16000">
                <a:solidFill>
                  <a:srgbClr val="800000"/>
                </a:solidFill>
                <a:uFill>
                  <a:solidFill>
                    <a:srgbClr val="000000"/>
                  </a:solidFill>
                </a:uFill>
                <a:latin typeface="Helvetica"/>
                <a:ea typeface="Helvetica"/>
                <a:cs typeface="Helvetica"/>
                <a:sym typeface="Helvetica"/>
              </a:defRPr>
            </a:lvl1pPr>
          </a:lstStyle>
          <a:p>
            <a:pPr/>
            <a:r>
              <a:t>Title Text</a:t>
            </a:r>
          </a:p>
        </p:txBody>
      </p:sp>
      <p:sp>
        <p:nvSpPr>
          <p:cNvPr id="186" name="Body Level One…"/>
          <p:cNvSpPr txBox="1"/>
          <p:nvPr>
            <p:ph type="body" idx="1"/>
          </p:nvPr>
        </p:nvSpPr>
        <p:spPr>
          <a:xfrm>
            <a:off x="4387450" y="3661167"/>
            <a:ext cx="15609099" cy="8840398"/>
          </a:xfrm>
          <a:prstGeom prst="rect">
            <a:avLst/>
          </a:prstGeom>
        </p:spPr>
        <p:txBody>
          <a:bodyPr lIns="71433" tIns="71433" rIns="71433" bIns="71433" anchor="ctr"/>
          <a:lstStyle>
            <a:lvl1pPr marL="592666" indent="-592666" defTabSz="821527">
              <a:lnSpc>
                <a:spcPct val="100000"/>
              </a:lnSpc>
              <a:spcBef>
                <a:spcPts val="5800"/>
              </a:spcBef>
              <a:buSzPct val="75000"/>
              <a:defRPr>
                <a:latin typeface="Helvetica Light"/>
                <a:ea typeface="Helvetica Light"/>
                <a:cs typeface="Helvetica Light"/>
                <a:sym typeface="Helvetica Light"/>
              </a:defRPr>
            </a:lvl1pPr>
            <a:lvl2pPr marL="1037164" indent="-592664" defTabSz="821527">
              <a:lnSpc>
                <a:spcPct val="100000"/>
              </a:lnSpc>
              <a:spcBef>
                <a:spcPts val="5800"/>
              </a:spcBef>
              <a:buSzPct val="75000"/>
              <a:defRPr>
                <a:latin typeface="Helvetica Light"/>
                <a:ea typeface="Helvetica Light"/>
                <a:cs typeface="Helvetica Light"/>
                <a:sym typeface="Helvetica Light"/>
              </a:defRPr>
            </a:lvl2pPr>
            <a:lvl3pPr marL="1481664" indent="-592664" defTabSz="821527">
              <a:lnSpc>
                <a:spcPct val="100000"/>
              </a:lnSpc>
              <a:spcBef>
                <a:spcPts val="5800"/>
              </a:spcBef>
              <a:buSzPct val="75000"/>
              <a:defRPr>
                <a:latin typeface="Helvetica Light"/>
                <a:ea typeface="Helvetica Light"/>
                <a:cs typeface="Helvetica Light"/>
                <a:sym typeface="Helvetica Light"/>
              </a:defRPr>
            </a:lvl3pPr>
            <a:lvl4pPr marL="1926164" indent="-592663" defTabSz="821527">
              <a:lnSpc>
                <a:spcPct val="100000"/>
              </a:lnSpc>
              <a:spcBef>
                <a:spcPts val="5800"/>
              </a:spcBef>
              <a:buSzPct val="75000"/>
              <a:defRPr>
                <a:latin typeface="Helvetica Light"/>
                <a:ea typeface="Helvetica Light"/>
                <a:cs typeface="Helvetica Light"/>
                <a:sym typeface="Helvetica Light"/>
              </a:defRPr>
            </a:lvl4pPr>
            <a:lvl5pPr marL="2370666" indent="-592666" defTabSz="821527">
              <a:lnSpc>
                <a:spcPct val="100000"/>
              </a:lnSpc>
              <a:spcBef>
                <a:spcPts val="5800"/>
              </a:spcBef>
              <a:buSzPct val="75000"/>
              <a:defRPr>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187" name="Slide Number"/>
          <p:cNvSpPr txBox="1"/>
          <p:nvPr>
            <p:ph type="sldNum" sz="quarter" idx="2"/>
          </p:nvPr>
        </p:nvSpPr>
        <p:spPr>
          <a:xfrm>
            <a:off x="11935817" y="13010554"/>
            <a:ext cx="494507" cy="511169"/>
          </a:xfrm>
          <a:prstGeom prst="rect">
            <a:avLst/>
          </a:prstGeom>
        </p:spPr>
        <p:txBody>
          <a:bodyPr lIns="71433" tIns="71433" rIns="71433" bIns="71433" anchor="t"/>
          <a:lstStyle>
            <a:lvl1pPr defTabSz="821527">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Slide Title"/>
          <p:cNvSpPr txBox="1"/>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Title</a:t>
            </a:r>
          </a:p>
        </p:txBody>
      </p:sp>
      <p:sp>
        <p:nvSpPr>
          <p:cNvPr id="3" name="Body Level One…"/>
          <p:cNvSpPr txBox="1"/>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4" name="Slide Number"/>
          <p:cNvSpPr txBox="1"/>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defTabSz="584200">
              <a:defRPr sz="1800">
                <a:solidFill>
                  <a:srgbClr val="000000"/>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transition xmlns:p14="http://schemas.microsoft.com/office/powerpoint/2010/main" spd="med" advClick="1"/>
  <p:txStyles>
    <p:titleStyle>
      <a:lvl1pPr marL="0" marR="0" indent="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1pPr>
      <a:lvl2pPr marL="0" marR="0" indent="457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9pPr>
    </p:titleStyle>
    <p:bodyStyle>
      <a:lvl1pPr marL="609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berkeley.zoom.us/j/92547663468?pwd=MWhlTE1nQzJuRFN4a1BPdkZJT1NmUT09" TargetMode="External"/><Relationship Id="rId4" Type="http://schemas.openxmlformats.org/officeDocument/2006/relationships/hyperlink" Target="https://bcourses.berkeley.edu/courses/1497096" TargetMode="External"/></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github.com/braddelong/public-files/blob/master/readings/article-llorens-2018-ruin-nation.pdf" TargetMode="External"/></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github.com/braddelong/public-files/blob/master/readings/article-garc%C3%ADa-l%C3%B3pez-2018-environmental-injustice.pdf" TargetMode="External"/><Relationship Id="rId4" Type="http://schemas.openxmlformats.org/officeDocument/2006/relationships/image" Target="../media/image2.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github.com/braddelong/public-files/blob/master/readings/articlre-dinzey-flores-2018-development-faradox.pdf" TargetMode="External"/><Relationship Id="rId4" Type="http://schemas.openxmlformats.org/officeDocument/2006/relationships/image" Target="../media/image3.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github.com/braddelong/public-files/blob/master/readings/article-bonilla-2020-coloniality.pdf" TargetMode="External"/></Relationships>

</file>

<file path=ppt/slides/_rels/slide7.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96" name="delong-this-is-fine.png" descr="delong-this-is-fine.png"/>
          <p:cNvPicPr>
            <a:picLocks noChangeAspect="1"/>
          </p:cNvPicPr>
          <p:nvPr/>
        </p:nvPicPr>
        <p:blipFill>
          <a:blip r:embed="rId2">
            <a:alphaModFix amt="25396"/>
            <a:extLst/>
          </a:blip>
          <a:srcRect l="0" t="0" r="1203" b="0"/>
          <a:stretch>
            <a:fillRect/>
          </a:stretch>
        </p:blipFill>
        <p:spPr>
          <a:xfrm>
            <a:off x="0" y="-6350"/>
            <a:ext cx="24384001" cy="13722366"/>
          </a:xfrm>
          <a:prstGeom prst="rect">
            <a:avLst/>
          </a:prstGeom>
          <a:ln w="12700">
            <a:miter lim="400000"/>
          </a:ln>
        </p:spPr>
      </p:pic>
      <p:sp>
        <p:nvSpPr>
          <p:cNvPr id="197" name="The long 20th century will in all likelihood be seen in the future as the watershed in human experience:…"/>
          <p:cNvSpPr txBox="1"/>
          <p:nvPr/>
        </p:nvSpPr>
        <p:spPr>
          <a:xfrm>
            <a:off x="402606" y="2285999"/>
            <a:ext cx="23622001" cy="10789929"/>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lstStyle/>
          <a:p>
            <a:pPr algn="l" defTabSz="821529">
              <a:spcBef>
                <a:spcPts val="2400"/>
              </a:spcBef>
              <a:defRPr b="1" sz="3200">
                <a:solidFill>
                  <a:srgbClr val="000080"/>
                </a:solidFill>
                <a:latin typeface="Helvetica"/>
                <a:ea typeface="Helvetica"/>
                <a:cs typeface="Helvetica"/>
                <a:sym typeface="Helvetica"/>
              </a:defRPr>
            </a:pPr>
            <a:r>
              <a:t>Th 2020-10-29 &lt;</a:t>
            </a:r>
            <a:r>
              <a:rPr u="sng">
                <a:hlinkClick r:id="rId3" invalidUrl="" action="" tgtFrame="" tooltip="" history="1" highlightClick="0" endSnd="0"/>
              </a:rPr>
              <a:t>https://berkeley.zoom.us/j/92547663468?pwd=MWhlTE1nQzJuRFN4a1BPdkZJT1NmUT09</a:t>
            </a:r>
            <a:r>
              <a:t>&gt; &lt;</a:t>
            </a:r>
            <a:r>
              <a:rPr u="sng">
                <a:hlinkClick r:id="rId4" invalidUrl="" action="" tgtFrame="" tooltip="" history="1" highlightClick="0" endSnd="0"/>
              </a:rPr>
              <a:t>https://bcourses.berkeley.edu/courses/1497096</a:t>
            </a:r>
            <a:r>
              <a:t>&gt;</a:t>
            </a:r>
          </a:p>
          <a:p>
            <a:pPr algn="l" defTabSz="821529">
              <a:spcBef>
                <a:spcPts val="2400"/>
              </a:spcBef>
              <a:defRPr b="1" sz="4800">
                <a:solidFill>
                  <a:srgbClr val="000080"/>
                </a:solidFill>
                <a:latin typeface="Helvetica"/>
                <a:ea typeface="Helvetica"/>
                <a:cs typeface="Helvetica"/>
                <a:sym typeface="Helvetica"/>
              </a:defRPr>
            </a:pPr>
            <a:r>
              <a:t>Questions:</a:t>
            </a:r>
          </a:p>
          <a:p>
            <a:pPr marL="541866" indent="-541866" algn="l" defTabSz="821529">
              <a:spcBef>
                <a:spcPts val="1300"/>
              </a:spcBef>
              <a:buSzPct val="100000"/>
              <a:buAutoNum type="arabicPeriod" startAt="1"/>
              <a:defRPr b="1" sz="2600">
                <a:solidFill>
                  <a:srgbClr val="000000"/>
                </a:solidFill>
                <a:latin typeface="Times New Roman"/>
                <a:ea typeface="Times New Roman"/>
                <a:cs typeface="Times New Roman"/>
                <a:sym typeface="Times New Roman"/>
              </a:defRPr>
            </a:pPr>
            <a:r>
              <a:t>Bonilla emphasizes the temporality of disaster. What else must the global majority wait for? How long do they expect to wait for disaster relief, a good job, a democratic government? What are the reasons often given as to why they must wait for all these things?</a:t>
            </a:r>
          </a:p>
          <a:p>
            <a:pPr marL="541866" indent="-541866" algn="l" defTabSz="821529">
              <a:spcBef>
                <a:spcPts val="1300"/>
              </a:spcBef>
              <a:buSzPct val="100000"/>
              <a:buAutoNum type="arabicPeriod" startAt="1"/>
              <a:defRPr b="1" sz="2600">
                <a:solidFill>
                  <a:srgbClr val="000000"/>
                </a:solidFill>
                <a:latin typeface="Times New Roman"/>
                <a:ea typeface="Times New Roman"/>
                <a:cs typeface="Times New Roman"/>
                <a:sym typeface="Times New Roman"/>
              </a:defRPr>
            </a:pPr>
            <a:r>
              <a:t>Dinzey-Flores in their conclusion notes that a society, whether they gain independence or continue under the government of their colonizer, in either case must manage and fight against the endemic colonial infrastructure (economic, cultural, political). Does independence matter? How are disaster responses different between independent states and their still colonized neighbors, how are they the same?</a:t>
            </a:r>
          </a:p>
          <a:p>
            <a:pPr marL="541866" indent="-541866" algn="l" defTabSz="821529">
              <a:spcBef>
                <a:spcPts val="1300"/>
              </a:spcBef>
              <a:buSzPct val="100000"/>
              <a:buAutoNum type="arabicPeriod" startAt="1"/>
              <a:defRPr b="1" sz="2600">
                <a:solidFill>
                  <a:srgbClr val="000000"/>
                </a:solidFill>
                <a:latin typeface="Times New Roman"/>
                <a:ea typeface="Times New Roman"/>
                <a:cs typeface="Times New Roman"/>
                <a:sym typeface="Times New Roman"/>
              </a:defRPr>
            </a:pPr>
            <a:r>
              <a:t>Environmental Justice touches upon many complex subjects: water access, food security, and pollution exposure just to name a few. García-López identifies the injustices for these many issues are connected Puerto Rico’s colonial history and how it continues in the inequality between Puerto Rico and the U.S. but also between people on Puerto Rico. A distant colonizer taking advantage of the local people is the typical colonial presentation. However, the local inequality in a colonial state can be just as stark of a difference between the colony and the colonizer. Could local inequality be as important to perpetuating colonial institutions as distant neocolonialists?</a:t>
            </a:r>
          </a:p>
          <a:p>
            <a:pPr marL="541866" indent="-541866" algn="l" defTabSz="821529">
              <a:spcBef>
                <a:spcPts val="1300"/>
              </a:spcBef>
              <a:buSzPct val="100000"/>
              <a:buAutoNum type="arabicPeriod" startAt="1"/>
              <a:defRPr b="1" sz="2600">
                <a:solidFill>
                  <a:srgbClr val="000000"/>
                </a:solidFill>
                <a:latin typeface="Times New Roman"/>
                <a:ea typeface="Times New Roman"/>
                <a:cs typeface="Times New Roman"/>
                <a:sym typeface="Times New Roman"/>
              </a:defRPr>
            </a:pPr>
            <a:r>
              <a:t>Llorens article heavily emphasizes migration from Puerto Rico and how it has created two communities of islanders and state-side migrants. She notes how this migration has created a divide between these populations, but also a powerful ally on the mainland. This is a common dichotomy, migrants helping their communities from afar, but needing to leave the communities to do so. Can migration be seen as a symptom of colonialism, of people that can escape leaving after disaster or simply to pursue opportunity? Does this migration perpetuate or help address global inequality, both?</a:t>
            </a:r>
          </a:p>
          <a:p>
            <a:pPr marL="541866" indent="-541866" algn="l" defTabSz="821529">
              <a:spcBef>
                <a:spcPts val="1300"/>
              </a:spcBef>
              <a:buSzPct val="100000"/>
              <a:buAutoNum type="arabicPeriod" startAt="1"/>
              <a:defRPr b="1" sz="2600">
                <a:solidFill>
                  <a:srgbClr val="000000"/>
                </a:solidFill>
                <a:latin typeface="Times New Roman"/>
                <a:ea typeface="Times New Roman"/>
                <a:cs typeface="Times New Roman"/>
                <a:sym typeface="Times New Roman"/>
              </a:defRPr>
            </a:pPr>
            <a:r>
              <a:t>Naomi Klein’s video explicitly focuses on, and the other readings touch upon, the privatization of government services during the recovery period after Hurricane Maria. Last week we also read about a similar story when investors bought property on the cheap in New Orleans to develop. Both of these “recovery efforts” were started long before either Hurricane was even known. Their respective governments trying to convince the public to adopt these “reasonable reforms” before using the timing of a natural disaster to implement them. Are we able to recognize these “reform” efforts that could take advantage of a disaster? Do you know of any current companies/governments/individuals that used Covid as an excuse to implement one of their schemes?</a:t>
            </a:r>
          </a:p>
        </p:txBody>
      </p:sp>
      <p:sp>
        <p:nvSpPr>
          <p:cNvPr id="198" name="2020-10-29"/>
          <p:cNvSpPr txBox="1"/>
          <p:nvPr/>
        </p:nvSpPr>
        <p:spPr>
          <a:xfrm>
            <a:off x="1446738" y="13075927"/>
            <a:ext cx="22577869" cy="7289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lvl1pPr algn="r" defTabSz="914400">
              <a:spcBef>
                <a:spcPts val="1200"/>
              </a:spcBef>
              <a:defRPr b="1" sz="3600">
                <a:solidFill>
                  <a:srgbClr val="FFFFFF"/>
                </a:solidFill>
                <a:uFill>
                  <a:solidFill>
                    <a:srgbClr val="000000"/>
                  </a:solidFill>
                </a:uFill>
                <a:latin typeface="Helvetica"/>
                <a:ea typeface="Helvetica"/>
                <a:cs typeface="Helvetica"/>
                <a:sym typeface="Helvetica"/>
              </a:defRPr>
            </a:lvl1pPr>
          </a:lstStyle>
          <a:p>
            <a:pPr/>
            <a:r>
              <a:t>2020-10-29</a:t>
            </a:r>
          </a:p>
        </p:txBody>
      </p:sp>
      <p:sp>
        <p:nvSpPr>
          <p:cNvPr id="199" name="DevEng 215: Week 10: Disaster Capitalism II: Puerto Rico: Questions &amp; Slides"/>
          <p:cNvSpPr txBox="1"/>
          <p:nvPr>
            <p:ph type="title"/>
          </p:nvPr>
        </p:nvSpPr>
        <p:spPr>
          <a:xfrm>
            <a:off x="402606" y="0"/>
            <a:ext cx="23622001" cy="2286000"/>
          </a:xfrm>
          <a:prstGeom prst="rect">
            <a:avLst/>
          </a:prstGeom>
        </p:spPr>
        <p:txBody>
          <a:bodyPr lIns="91436" tIns="91436" rIns="91436" bIns="91436" anchor="ctr"/>
          <a:lstStyle>
            <a:lvl1pPr algn="ctr" defTabSz="384047">
              <a:lnSpc>
                <a:spcPct val="100000"/>
              </a:lnSpc>
              <a:defRPr spc="0" sz="6719">
                <a:solidFill>
                  <a:srgbClr val="800000"/>
                </a:solidFill>
                <a:uFill>
                  <a:solidFill>
                    <a:srgbClr val="000000"/>
                  </a:solidFill>
                </a:uFill>
                <a:latin typeface="Helvetica"/>
                <a:ea typeface="Helvetica"/>
                <a:cs typeface="Helvetica"/>
                <a:sym typeface="Helvetica"/>
              </a:defRPr>
            </a:lvl1pPr>
          </a:lstStyle>
          <a:p>
            <a:pPr/>
            <a:r>
              <a:t>DevEng 215: Week 10: Disaster Capitalism II: Puerto Rico: Questions &amp; Slides</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01" name="delong-this-is-fine.png" descr="delong-this-is-fine.png"/>
          <p:cNvPicPr>
            <a:picLocks noChangeAspect="1"/>
          </p:cNvPicPr>
          <p:nvPr/>
        </p:nvPicPr>
        <p:blipFill>
          <a:blip r:embed="rId2">
            <a:alphaModFix amt="25396"/>
            <a:extLst/>
          </a:blip>
          <a:srcRect l="0" t="0" r="1203" b="0"/>
          <a:stretch>
            <a:fillRect/>
          </a:stretch>
        </p:blipFill>
        <p:spPr>
          <a:xfrm>
            <a:off x="0" y="-6350"/>
            <a:ext cx="24384001" cy="13722366"/>
          </a:xfrm>
          <a:prstGeom prst="rect">
            <a:avLst/>
          </a:prstGeom>
          <a:ln w="12700">
            <a:miter lim="400000"/>
          </a:ln>
        </p:spPr>
      </p:pic>
      <p:sp>
        <p:nvSpPr>
          <p:cNvPr id="202" name="2020-10-29"/>
          <p:cNvSpPr txBox="1"/>
          <p:nvPr/>
        </p:nvSpPr>
        <p:spPr>
          <a:xfrm>
            <a:off x="402606" y="13075927"/>
            <a:ext cx="23622001" cy="6400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lvl1pPr algn="r" defTabSz="914400">
              <a:spcBef>
                <a:spcPts val="1200"/>
              </a:spcBef>
              <a:defRPr b="1" sz="3000">
                <a:solidFill>
                  <a:srgbClr val="FFFFFF"/>
                </a:solidFill>
                <a:uFill>
                  <a:solidFill>
                    <a:srgbClr val="000000"/>
                  </a:solidFill>
                </a:uFill>
                <a:latin typeface="Helvetica"/>
                <a:ea typeface="Helvetica"/>
                <a:cs typeface="Helvetica"/>
                <a:sym typeface="Helvetica"/>
              </a:defRPr>
            </a:lvl1pPr>
          </a:lstStyle>
          <a:p>
            <a:pPr/>
            <a:r>
              <a:t>2020-10-29</a:t>
            </a:r>
          </a:p>
        </p:txBody>
      </p:sp>
      <p:sp>
        <p:nvSpPr>
          <p:cNvPr id="203" name="The long 20th century will in all likelihood be seen in the future as the watershed in human experience:…"/>
          <p:cNvSpPr txBox="1"/>
          <p:nvPr/>
        </p:nvSpPr>
        <p:spPr>
          <a:xfrm>
            <a:off x="402606" y="2285999"/>
            <a:ext cx="23622001" cy="10789929"/>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lstStyle/>
          <a:p>
            <a:pPr marL="762000" indent="-762000" algn="l" defTabSz="821529">
              <a:spcBef>
                <a:spcPts val="2300"/>
              </a:spcBef>
              <a:buSzPct val="123000"/>
              <a:buChar char="•"/>
              <a:defRPr sz="6000">
                <a:solidFill>
                  <a:srgbClr val="000000"/>
                </a:solidFill>
                <a:latin typeface="Times New Roman"/>
                <a:ea typeface="Times New Roman"/>
                <a:cs typeface="Times New Roman"/>
                <a:sym typeface="Times New Roman"/>
              </a:defRPr>
            </a:pPr>
            <a:r>
              <a:t>There’s no money in avoiding a “natural disaster” (externalities!)</a:t>
            </a:r>
          </a:p>
          <a:p>
            <a:pPr marL="762000" indent="-762000" algn="l" defTabSz="821529">
              <a:spcBef>
                <a:spcPts val="2300"/>
              </a:spcBef>
              <a:buSzPct val="123000"/>
              <a:buChar char="•"/>
              <a:defRPr sz="6000">
                <a:solidFill>
                  <a:srgbClr val="000000"/>
                </a:solidFill>
                <a:latin typeface="Times New Roman"/>
                <a:ea typeface="Times New Roman"/>
                <a:cs typeface="Times New Roman"/>
                <a:sym typeface="Times New Roman"/>
              </a:defRPr>
            </a:pPr>
            <a:r>
              <a:t>There’s no money to be made preparing for a “natural disaster”</a:t>
            </a:r>
          </a:p>
          <a:p>
            <a:pPr lvl="1" marL="1524000" indent="-762000" algn="l" defTabSz="821529">
              <a:spcBef>
                <a:spcPts val="2300"/>
              </a:spcBef>
              <a:buSzPct val="123000"/>
              <a:buChar char="•"/>
              <a:defRPr sz="6000">
                <a:solidFill>
                  <a:srgbClr val="000000"/>
                </a:solidFill>
                <a:latin typeface="Times New Roman"/>
                <a:ea typeface="Times New Roman"/>
                <a:cs typeface="Times New Roman"/>
                <a:sym typeface="Times New Roman"/>
              </a:defRPr>
            </a:pPr>
            <a:r>
              <a:t>Insurance markets are hard to generate &amp; maintain…</a:t>
            </a:r>
          </a:p>
          <a:p>
            <a:pPr marL="762000" indent="-762000" algn="l" defTabSz="821529">
              <a:spcBef>
                <a:spcPts val="2300"/>
              </a:spcBef>
              <a:buSzPct val="123000"/>
              <a:buChar char="•"/>
              <a:defRPr sz="6000">
                <a:solidFill>
                  <a:srgbClr val="000000"/>
                </a:solidFill>
                <a:latin typeface="Times New Roman"/>
                <a:ea typeface="Times New Roman"/>
                <a:cs typeface="Times New Roman"/>
                <a:sym typeface="Times New Roman"/>
              </a:defRPr>
            </a:pPr>
            <a:r>
              <a:t>After a “disaster”, a lot of people want things really, really bad</a:t>
            </a:r>
          </a:p>
          <a:p>
            <a:pPr lvl="1" marL="1524000" indent="-762000" algn="l" defTabSz="821529">
              <a:spcBef>
                <a:spcPts val="2300"/>
              </a:spcBef>
              <a:buSzPct val="123000"/>
              <a:buChar char="•"/>
              <a:defRPr sz="6000">
                <a:solidFill>
                  <a:srgbClr val="000000"/>
                </a:solidFill>
                <a:latin typeface="Times New Roman"/>
                <a:ea typeface="Times New Roman"/>
                <a:cs typeface="Times New Roman"/>
                <a:sym typeface="Times New Roman"/>
              </a:defRPr>
            </a:pPr>
            <a:r>
              <a:t>So there is a great deal of money to be made by price-gouging them…</a:t>
            </a:r>
          </a:p>
          <a:p>
            <a:pPr marL="762000" indent="-762000" algn="l" defTabSz="821529">
              <a:spcBef>
                <a:spcPts val="2300"/>
              </a:spcBef>
              <a:buSzPct val="123000"/>
              <a:buChar char="•"/>
              <a:defRPr sz="6000">
                <a:solidFill>
                  <a:srgbClr val="000000"/>
                </a:solidFill>
                <a:latin typeface="Times New Roman"/>
                <a:ea typeface="Times New Roman"/>
                <a:cs typeface="Times New Roman"/>
                <a:sym typeface="Times New Roman"/>
              </a:defRPr>
            </a:pPr>
            <a:r>
              <a:t>After a “disaster”, a lot of people have no social power—no money—at all</a:t>
            </a:r>
          </a:p>
          <a:p>
            <a:pPr lvl="1" marL="1524000" indent="-762000" algn="l" defTabSz="821529">
              <a:spcBef>
                <a:spcPts val="2300"/>
              </a:spcBef>
              <a:buSzPct val="123000"/>
              <a:buChar char="•"/>
              <a:defRPr sz="6000">
                <a:solidFill>
                  <a:srgbClr val="000000"/>
                </a:solidFill>
                <a:latin typeface="Times New Roman"/>
                <a:ea typeface="Times New Roman"/>
                <a:cs typeface="Times New Roman"/>
                <a:sym typeface="Times New Roman"/>
              </a:defRPr>
            </a:pPr>
            <a:r>
              <a:t>Hence they are completely invisible to all market processes</a:t>
            </a:r>
          </a:p>
          <a:p>
            <a:pPr lvl="1" marL="1524000" indent="-762000" algn="l" defTabSz="821529">
              <a:spcBef>
                <a:spcPts val="2300"/>
              </a:spcBef>
              <a:buSzPct val="123000"/>
              <a:buChar char="•"/>
              <a:defRPr sz="6000">
                <a:solidFill>
                  <a:srgbClr val="000000"/>
                </a:solidFill>
                <a:latin typeface="Times New Roman"/>
                <a:ea typeface="Times New Roman"/>
                <a:cs typeface="Times New Roman"/>
                <a:sym typeface="Times New Roman"/>
              </a:defRPr>
            </a:pPr>
            <a:r>
              <a:t>&amp; how do you set up functional—rather than exploitative —non-market processes?</a:t>
            </a:r>
          </a:p>
        </p:txBody>
      </p:sp>
      <p:sp>
        <p:nvSpPr>
          <p:cNvPr id="204" name="Disaster Capitalism? Why"/>
          <p:cNvSpPr txBox="1"/>
          <p:nvPr>
            <p:ph type="title"/>
          </p:nvPr>
        </p:nvSpPr>
        <p:spPr>
          <a:xfrm>
            <a:off x="402606" y="0"/>
            <a:ext cx="23622001" cy="2286000"/>
          </a:xfrm>
          <a:prstGeom prst="rect">
            <a:avLst/>
          </a:prstGeom>
        </p:spPr>
        <p:txBody>
          <a:bodyPr lIns="91436" tIns="91436" rIns="91436" bIns="91436" anchor="ctr"/>
          <a:lstStyle>
            <a:lvl1pPr algn="ctr" defTabSz="777240">
              <a:lnSpc>
                <a:spcPct val="100000"/>
              </a:lnSpc>
              <a:defRPr spc="0" sz="13600">
                <a:solidFill>
                  <a:srgbClr val="800000"/>
                </a:solidFill>
                <a:uFill>
                  <a:solidFill>
                    <a:srgbClr val="000000"/>
                  </a:solidFill>
                </a:uFill>
                <a:latin typeface="Helvetica"/>
                <a:ea typeface="Helvetica"/>
                <a:cs typeface="Helvetica"/>
                <a:sym typeface="Helvetica"/>
              </a:defRPr>
            </a:lvl1pPr>
          </a:lstStyle>
          <a:p>
            <a:pPr/>
            <a:r>
              <a:t>Disaster Capitalism? Why</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06" name="delong-this-is-fine.png" descr="delong-this-is-fine.png"/>
          <p:cNvPicPr>
            <a:picLocks noChangeAspect="1"/>
          </p:cNvPicPr>
          <p:nvPr/>
        </p:nvPicPr>
        <p:blipFill>
          <a:blip r:embed="rId2">
            <a:alphaModFix amt="25396"/>
            <a:extLst/>
          </a:blip>
          <a:srcRect l="0" t="0" r="1203" b="0"/>
          <a:stretch>
            <a:fillRect/>
          </a:stretch>
        </p:blipFill>
        <p:spPr>
          <a:xfrm>
            <a:off x="0" y="-6350"/>
            <a:ext cx="24384001" cy="13722366"/>
          </a:xfrm>
          <a:prstGeom prst="rect">
            <a:avLst/>
          </a:prstGeom>
          <a:ln w="12700">
            <a:miter lim="400000"/>
          </a:ln>
        </p:spPr>
      </p:pic>
      <p:sp>
        <p:nvSpPr>
          <p:cNvPr id="207" name="The long 20th century will in all likelihood be seen in the future as the watershed in human experience:…"/>
          <p:cNvSpPr txBox="1"/>
          <p:nvPr/>
        </p:nvSpPr>
        <p:spPr>
          <a:xfrm>
            <a:off x="402606" y="2285999"/>
            <a:ext cx="23622001" cy="10789929"/>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lstStyle/>
          <a:p>
            <a:pPr algn="l" defTabSz="821529">
              <a:spcBef>
                <a:spcPts val="1800"/>
              </a:spcBef>
              <a:defRPr b="1" sz="3600">
                <a:solidFill>
                  <a:srgbClr val="000080"/>
                </a:solidFill>
                <a:latin typeface="Helvetica"/>
                <a:ea typeface="Helvetica"/>
                <a:cs typeface="Helvetica"/>
                <a:sym typeface="Helvetica"/>
              </a:defRPr>
            </a:pPr>
            <a:r>
              <a:t>&lt;</a:t>
            </a:r>
            <a:r>
              <a:rPr u="sng">
                <a:hlinkClick r:id="rId3" invalidUrl="" action="" tgtFrame="" tooltip="" history="1" highlightClick="0" endSnd="0"/>
              </a:rPr>
              <a:t>https://github.com/braddelong/public-files/blob/master/readings/article-llorens-2018-ruin-nation.pdf</a:t>
            </a:r>
            <a:r>
              <a:t>&gt;</a:t>
            </a:r>
          </a:p>
          <a:p>
            <a:pPr algn="l" defTabSz="821529">
              <a:spcBef>
                <a:spcPts val="1800"/>
              </a:spcBef>
              <a:defRPr b="1" sz="3600">
                <a:solidFill>
                  <a:srgbClr val="000080"/>
                </a:solidFill>
                <a:latin typeface="Helvetica"/>
                <a:ea typeface="Helvetica"/>
                <a:cs typeface="Helvetica"/>
                <a:sym typeface="Helvetica"/>
              </a:defRPr>
            </a:pPr>
          </a:p>
          <a:p>
            <a:pPr marL="762000" indent="-762000" algn="l" defTabSz="821529">
              <a:spcBef>
                <a:spcPts val="1800"/>
              </a:spcBef>
              <a:buSzPct val="123000"/>
              <a:buChar char="•"/>
              <a:defRPr b="1" sz="3600">
                <a:solidFill>
                  <a:srgbClr val="000000"/>
                </a:solidFill>
                <a:latin typeface="Times New Roman"/>
                <a:ea typeface="Times New Roman"/>
                <a:cs typeface="Times New Roman"/>
                <a:sym typeface="Times New Roman"/>
              </a:defRPr>
            </a:pPr>
            <a:r>
              <a:t>§936</a:t>
            </a:r>
          </a:p>
          <a:p>
            <a:pPr marL="762000" indent="-762000" algn="l" defTabSz="821529">
              <a:spcBef>
                <a:spcPts val="1800"/>
              </a:spcBef>
              <a:buSzPct val="123000"/>
              <a:buChar char="•"/>
              <a:defRPr b="1" sz="3600">
                <a:solidFill>
                  <a:srgbClr val="000000"/>
                </a:solidFill>
                <a:latin typeface="Times New Roman"/>
                <a:ea typeface="Times New Roman"/>
                <a:cs typeface="Times New Roman"/>
                <a:sym typeface="Times New Roman"/>
              </a:defRPr>
            </a:pPr>
            <a:r>
              <a:t>Commonwealth Project: “local autonomy… cultural nationalism… [plus] American consumerism”</a:t>
            </a:r>
          </a:p>
          <a:p>
            <a:pPr marL="762000" indent="-762000" algn="l" defTabSz="821529">
              <a:spcBef>
                <a:spcPts val="1800"/>
              </a:spcBef>
              <a:buSzPct val="123000"/>
              <a:buChar char="•"/>
              <a:defRPr b="1" sz="3600">
                <a:solidFill>
                  <a:srgbClr val="000000"/>
                </a:solidFill>
                <a:latin typeface="Times New Roman"/>
                <a:ea typeface="Times New Roman"/>
                <a:cs typeface="Times New Roman"/>
                <a:sym typeface="Times New Roman"/>
              </a:defRPr>
            </a:pPr>
            <a:r>
              <a:t>40% of males of prime working age born in Puerto Rico are in the continental United States—plus second &amp; third generation continent inhabitants who regard themselves as Puerto Ricans.</a:t>
            </a:r>
          </a:p>
          <a:p>
            <a:pPr marL="762000" indent="-762000" algn="l" defTabSz="821529">
              <a:spcBef>
                <a:spcPts val="1800"/>
              </a:spcBef>
              <a:buSzPct val="123000"/>
              <a:buChar char="•"/>
              <a:defRPr b="1" sz="3600">
                <a:solidFill>
                  <a:srgbClr val="000000"/>
                </a:solidFill>
                <a:latin typeface="Times New Roman"/>
                <a:ea typeface="Times New Roman"/>
                <a:cs typeface="Times New Roman"/>
                <a:sym typeface="Times New Roman"/>
              </a:defRPr>
            </a:pPr>
            <a:r>
              <a:t>Llorens calls this: “In the mainland cities where so many Puerto Ricans have migrated— they go “seeking a better life,” but instead land among other ruins in post-industrial U.S. cities like Hartford and Bridgeport, Connecticut, and many others…</a:t>
            </a:r>
          </a:p>
          <a:p>
            <a:pPr marL="762000" indent="-762000" algn="l" defTabSz="821529">
              <a:spcBef>
                <a:spcPts val="1800"/>
              </a:spcBef>
              <a:buSzPct val="123000"/>
              <a:buChar char="•"/>
              <a:defRPr b="1" sz="3600">
                <a:solidFill>
                  <a:srgbClr val="000000"/>
                </a:solidFill>
                <a:latin typeface="Times New Roman"/>
                <a:ea typeface="Times New Roman"/>
                <a:cs typeface="Times New Roman"/>
                <a:sym typeface="Times New Roman"/>
              </a:defRPr>
            </a:pPr>
            <a:r>
              <a:t>Llorens calls this: “a source of internal oppression among Puerto Ricans themselves…”</a:t>
            </a:r>
          </a:p>
          <a:p>
            <a:pPr marL="762000" indent="-762000" algn="l" defTabSz="821529">
              <a:spcBef>
                <a:spcPts val="1800"/>
              </a:spcBef>
              <a:buSzPct val="123000"/>
              <a:buChar char="•"/>
              <a:defRPr b="1" sz="3600">
                <a:solidFill>
                  <a:srgbClr val="000000"/>
                </a:solidFill>
                <a:latin typeface="Times New Roman"/>
                <a:ea typeface="Times New Roman"/>
                <a:cs typeface="Times New Roman"/>
                <a:sym typeface="Times New Roman"/>
              </a:defRPr>
            </a:pPr>
            <a:r>
              <a:t>Llorens talks of: “Puerto Ricans acquiescing to egregious policies, treatment, and corruption from the island’s political class… voting them into office time and again, instead of supporting non-mainstream party candidates and pursuing possible alliances with progressive groups like Latinx, African-American, and Native-American civil rights organizations…”</a:t>
            </a:r>
          </a:p>
          <a:p>
            <a:pPr marL="762000" indent="-762000" algn="l" defTabSz="821529">
              <a:spcBef>
                <a:spcPts val="1800"/>
              </a:spcBef>
              <a:buSzPct val="123000"/>
              <a:buChar char="•"/>
              <a:defRPr b="1" sz="3600">
                <a:solidFill>
                  <a:srgbClr val="000000"/>
                </a:solidFill>
                <a:latin typeface="Times New Roman"/>
                <a:ea typeface="Times New Roman"/>
                <a:cs typeface="Times New Roman"/>
                <a:sym typeface="Times New Roman"/>
              </a:defRPr>
            </a:pPr>
            <a:r>
              <a:t>Hilda Llorens is a faculty member in the Department of Sociology and Anthropology at the University of Rhode Island.</a:t>
            </a:r>
          </a:p>
        </p:txBody>
      </p:sp>
      <p:sp>
        <p:nvSpPr>
          <p:cNvPr id="208" name="Hilda Llorens: Ruin Nation"/>
          <p:cNvSpPr txBox="1"/>
          <p:nvPr>
            <p:ph type="title"/>
          </p:nvPr>
        </p:nvSpPr>
        <p:spPr>
          <a:xfrm>
            <a:off x="402606" y="0"/>
            <a:ext cx="23622001" cy="2286000"/>
          </a:xfrm>
          <a:prstGeom prst="rect">
            <a:avLst/>
          </a:prstGeom>
        </p:spPr>
        <p:txBody>
          <a:bodyPr lIns="91436" tIns="91436" rIns="91436" bIns="91436" anchor="ctr"/>
          <a:lstStyle>
            <a:lvl1pPr algn="ctr" defTabSz="777240">
              <a:lnSpc>
                <a:spcPct val="100000"/>
              </a:lnSpc>
              <a:defRPr spc="0" sz="13600">
                <a:solidFill>
                  <a:srgbClr val="800000"/>
                </a:solidFill>
                <a:uFill>
                  <a:solidFill>
                    <a:srgbClr val="000000"/>
                  </a:solidFill>
                </a:uFill>
                <a:latin typeface="Helvetica"/>
                <a:ea typeface="Helvetica"/>
                <a:cs typeface="Helvetica"/>
                <a:sym typeface="Helvetica"/>
              </a:defRPr>
            </a:lvl1pPr>
          </a:lstStyle>
          <a:p>
            <a:pPr/>
            <a:r>
              <a:t>Hilda Llorens: Ruin Nation</a:t>
            </a:r>
          </a:p>
        </p:txBody>
      </p:sp>
      <p:sp>
        <p:nvSpPr>
          <p:cNvPr id="209" name="2020-10-29"/>
          <p:cNvSpPr txBox="1"/>
          <p:nvPr/>
        </p:nvSpPr>
        <p:spPr>
          <a:xfrm>
            <a:off x="402606" y="13075927"/>
            <a:ext cx="23622001" cy="7289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lvl1pPr algn="r" defTabSz="914400">
              <a:spcBef>
                <a:spcPts val="1200"/>
              </a:spcBef>
              <a:defRPr b="1" sz="3600">
                <a:solidFill>
                  <a:srgbClr val="FFFFFF"/>
                </a:solidFill>
                <a:uFill>
                  <a:solidFill>
                    <a:srgbClr val="000000"/>
                  </a:solidFill>
                </a:uFill>
                <a:latin typeface="Helvetica"/>
                <a:ea typeface="Helvetica"/>
                <a:cs typeface="Helvetica"/>
                <a:sym typeface="Helvetica"/>
              </a:defRPr>
            </a:lvl1pPr>
          </a:lstStyle>
          <a:p>
            <a:pPr/>
            <a:r>
              <a:t>2020-10-29</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11" name="delong-this-is-fine.png" descr="delong-this-is-fine.png"/>
          <p:cNvPicPr>
            <a:picLocks noChangeAspect="1"/>
          </p:cNvPicPr>
          <p:nvPr/>
        </p:nvPicPr>
        <p:blipFill>
          <a:blip r:embed="rId2">
            <a:alphaModFix amt="25396"/>
            <a:extLst/>
          </a:blip>
          <a:srcRect l="0" t="0" r="1203" b="0"/>
          <a:stretch>
            <a:fillRect/>
          </a:stretch>
        </p:blipFill>
        <p:spPr>
          <a:xfrm>
            <a:off x="0" y="-6350"/>
            <a:ext cx="24384001" cy="13722366"/>
          </a:xfrm>
          <a:prstGeom prst="rect">
            <a:avLst/>
          </a:prstGeom>
          <a:ln w="12700">
            <a:miter lim="400000"/>
          </a:ln>
        </p:spPr>
      </p:pic>
      <p:sp>
        <p:nvSpPr>
          <p:cNvPr id="212" name="The long 20th century will in all likelihood be seen in the future as the watershed in human experience:…"/>
          <p:cNvSpPr txBox="1"/>
          <p:nvPr/>
        </p:nvSpPr>
        <p:spPr>
          <a:xfrm>
            <a:off x="402606" y="2285999"/>
            <a:ext cx="12605675" cy="10789929"/>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lstStyle/>
          <a:p>
            <a:pPr algn="l" defTabSz="821529">
              <a:spcBef>
                <a:spcPts val="1800"/>
              </a:spcBef>
              <a:defRPr b="1" sz="3400">
                <a:solidFill>
                  <a:srgbClr val="000080"/>
                </a:solidFill>
                <a:latin typeface="Helvetica"/>
                <a:ea typeface="Helvetica"/>
                <a:cs typeface="Helvetica"/>
                <a:sym typeface="Helvetica"/>
              </a:defRPr>
            </a:pPr>
            <a:r>
              <a:t>&lt;</a:t>
            </a:r>
            <a:r>
              <a:rPr u="sng">
                <a:hlinkClick r:id="rId3" invalidUrl="" action="" tgtFrame="" tooltip="" history="1" highlightClick="0" endSnd="0"/>
              </a:rPr>
              <a:t>https://github.com/braddelong/public-files/blob/master/readings/article-garc%C3%ADa-lópez-2018-environmental-injustice.pdf</a:t>
            </a:r>
            <a:r>
              <a:t>&gt;</a:t>
            </a:r>
          </a:p>
          <a:p>
            <a:pPr algn="l" defTabSz="821529">
              <a:spcBef>
                <a:spcPts val="1800"/>
              </a:spcBef>
              <a:defRPr b="1" sz="3400">
                <a:solidFill>
                  <a:srgbClr val="000080"/>
                </a:solidFill>
                <a:latin typeface="Helvetica"/>
                <a:ea typeface="Helvetica"/>
                <a:cs typeface="Helvetica"/>
                <a:sym typeface="Helvetica"/>
              </a:defRPr>
            </a:pPr>
          </a:p>
          <a:p>
            <a:pPr marL="762000" indent="-762000" algn="l" defTabSz="821529">
              <a:spcBef>
                <a:spcPts val="1800"/>
              </a:spcBef>
              <a:buSzPct val="123000"/>
              <a:buChar char="•"/>
              <a:defRPr b="1" sz="3400">
                <a:solidFill>
                  <a:srgbClr val="000000"/>
                </a:solidFill>
                <a:latin typeface="Times New Roman"/>
                <a:ea typeface="Times New Roman"/>
                <a:cs typeface="Times New Roman"/>
                <a:sym typeface="Times New Roman"/>
              </a:defRPr>
            </a:pPr>
            <a:r>
              <a:t>From Maria: $60B in economic damage</a:t>
            </a:r>
          </a:p>
          <a:p>
            <a:pPr marL="762000" indent="-762000" algn="l" defTabSz="821529">
              <a:spcBef>
                <a:spcPts val="1800"/>
              </a:spcBef>
              <a:buSzPct val="123000"/>
              <a:buChar char="•"/>
              <a:defRPr b="1" sz="3400">
                <a:solidFill>
                  <a:srgbClr val="000000"/>
                </a:solidFill>
                <a:latin typeface="Times New Roman"/>
                <a:ea typeface="Times New Roman"/>
                <a:cs typeface="Times New Roman"/>
                <a:sym typeface="Times New Roman"/>
              </a:defRPr>
            </a:pPr>
            <a:r>
              <a:t>200,000 migration wave to continent (Puerto Rico population: 3.5M)</a:t>
            </a:r>
          </a:p>
          <a:p>
            <a:pPr marL="762000" indent="-762000" algn="l" defTabSz="821529">
              <a:spcBef>
                <a:spcPts val="1800"/>
              </a:spcBef>
              <a:buSzPct val="123000"/>
              <a:buChar char="•"/>
              <a:defRPr b="1" sz="3400">
                <a:solidFill>
                  <a:srgbClr val="000000"/>
                </a:solidFill>
                <a:latin typeface="Times New Roman"/>
                <a:ea typeface="Times New Roman"/>
                <a:cs typeface="Times New Roman"/>
                <a:sym typeface="Times New Roman"/>
              </a:defRPr>
            </a:pPr>
            <a:r>
              <a:t>“The Jones Act, PROMESA Act, FEMA’s unequal treatment after the hurricane, and the history of imposed environmentally destructive and unjust industrialization called ‘Operation Bootstrap.’…” </a:t>
            </a:r>
          </a:p>
          <a:p>
            <a:pPr lvl="1" marL="1524000" indent="-762000" algn="l" defTabSz="821529">
              <a:spcBef>
                <a:spcPts val="1800"/>
              </a:spcBef>
              <a:buSzPct val="123000"/>
              <a:buChar char="•"/>
              <a:defRPr b="1" sz="3400">
                <a:solidFill>
                  <a:srgbClr val="000000"/>
                </a:solidFill>
                <a:latin typeface="Times New Roman"/>
                <a:ea typeface="Times New Roman"/>
                <a:cs typeface="Times New Roman"/>
                <a:sym typeface="Times New Roman"/>
              </a:defRPr>
            </a:pPr>
            <a:r>
              <a:t>Jones: Goods transported between U.S. ports must be carried by U.S. owned &amp; operated ships…</a:t>
            </a:r>
          </a:p>
          <a:p>
            <a:pPr lvl="1" marL="1524000" indent="-762000" algn="l" defTabSz="821529">
              <a:spcBef>
                <a:spcPts val="1800"/>
              </a:spcBef>
              <a:buSzPct val="123000"/>
              <a:buChar char="•"/>
              <a:defRPr b="1" sz="3400">
                <a:solidFill>
                  <a:srgbClr val="000000"/>
                </a:solidFill>
                <a:latin typeface="Times New Roman"/>
                <a:ea typeface="Times New Roman"/>
                <a:cs typeface="Times New Roman"/>
                <a:sym typeface="Times New Roman"/>
              </a:defRPr>
            </a:pPr>
            <a:r>
              <a:t>PROMESA—Puerto Rico’s creditors sued to invalidate it, but their cae was dismissed by the Supreme Court on June 1, 2020</a:t>
            </a:r>
          </a:p>
          <a:p>
            <a:pPr lvl="1" marL="1524000" indent="-762000" algn="l" defTabSz="821529">
              <a:spcBef>
                <a:spcPts val="1800"/>
              </a:spcBef>
              <a:buSzPct val="123000"/>
              <a:buChar char="•"/>
              <a:defRPr b="1" sz="3400">
                <a:solidFill>
                  <a:srgbClr val="000000"/>
                </a:solidFill>
                <a:latin typeface="Times New Roman"/>
                <a:ea typeface="Times New Roman"/>
                <a:cs typeface="Times New Roman"/>
                <a:sym typeface="Times New Roman"/>
              </a:defRPr>
            </a:pPr>
            <a:r>
              <a:t>“Operation Bootstrap”—break up large landholdings, and encourage industry</a:t>
            </a:r>
          </a:p>
        </p:txBody>
      </p:sp>
      <p:sp>
        <p:nvSpPr>
          <p:cNvPr id="213" name="Gustavo A. Garcıa-Lopez: Environmental Injustice… Unnatural Disasters"/>
          <p:cNvSpPr txBox="1"/>
          <p:nvPr>
            <p:ph type="title"/>
          </p:nvPr>
        </p:nvSpPr>
        <p:spPr>
          <a:xfrm>
            <a:off x="402606" y="0"/>
            <a:ext cx="23622001" cy="2286000"/>
          </a:xfrm>
          <a:prstGeom prst="rect">
            <a:avLst/>
          </a:prstGeom>
        </p:spPr>
        <p:txBody>
          <a:bodyPr lIns="91436" tIns="91436" rIns="91436" bIns="91436" anchor="ctr"/>
          <a:lstStyle>
            <a:lvl1pPr algn="ctr" defTabSz="384047">
              <a:lnSpc>
                <a:spcPct val="100000"/>
              </a:lnSpc>
              <a:defRPr spc="0" sz="6719">
                <a:solidFill>
                  <a:srgbClr val="800000"/>
                </a:solidFill>
                <a:uFill>
                  <a:solidFill>
                    <a:srgbClr val="000000"/>
                  </a:solidFill>
                </a:uFill>
                <a:latin typeface="Helvetica"/>
                <a:ea typeface="Helvetica"/>
                <a:cs typeface="Helvetica"/>
                <a:sym typeface="Helvetica"/>
              </a:defRPr>
            </a:lvl1pPr>
          </a:lstStyle>
          <a:p>
            <a:pPr/>
            <a:r>
              <a:t>Gustavo A. Garcıa-Lopez: Environmental Injustice… Unnatural Disasters</a:t>
            </a:r>
          </a:p>
        </p:txBody>
      </p:sp>
      <p:sp>
        <p:nvSpPr>
          <p:cNvPr id="214" name="2020-10-29"/>
          <p:cNvSpPr txBox="1"/>
          <p:nvPr/>
        </p:nvSpPr>
        <p:spPr>
          <a:xfrm>
            <a:off x="402606" y="13075927"/>
            <a:ext cx="23622001" cy="7289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lvl1pPr algn="r" defTabSz="914400">
              <a:spcBef>
                <a:spcPts val="1200"/>
              </a:spcBef>
              <a:defRPr b="1" sz="3600">
                <a:solidFill>
                  <a:srgbClr val="FFFFFF"/>
                </a:solidFill>
                <a:uFill>
                  <a:solidFill>
                    <a:srgbClr val="000000"/>
                  </a:solidFill>
                </a:uFill>
                <a:latin typeface="Helvetica"/>
                <a:ea typeface="Helvetica"/>
                <a:cs typeface="Helvetica"/>
                <a:sym typeface="Helvetica"/>
              </a:defRPr>
            </a:lvl1pPr>
          </a:lstStyle>
          <a:p>
            <a:pPr/>
            <a:r>
              <a:t>2020-10-29</a:t>
            </a:r>
          </a:p>
        </p:txBody>
      </p:sp>
      <p:pic>
        <p:nvPicPr>
          <p:cNvPr id="215" name="Image" descr="Image"/>
          <p:cNvPicPr>
            <a:picLocks noChangeAspect="0"/>
          </p:cNvPicPr>
          <p:nvPr/>
        </p:nvPicPr>
        <p:blipFill>
          <a:blip r:embed="rId4">
            <a:extLst/>
          </a:blip>
          <a:stretch>
            <a:fillRect/>
          </a:stretch>
        </p:blipFill>
        <p:spPr>
          <a:xfrm>
            <a:off x="13008280" y="2285999"/>
            <a:ext cx="11016327" cy="10789930"/>
          </a:xfrm>
          <a:prstGeom prst="rect">
            <a:avLst/>
          </a:prstGeom>
          <a:ln w="12700">
            <a:miter lim="400000"/>
          </a:ln>
        </p:spPr>
      </p:pic>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17" name="delong-this-is-fine.png" descr="delong-this-is-fine.png"/>
          <p:cNvPicPr>
            <a:picLocks noChangeAspect="1"/>
          </p:cNvPicPr>
          <p:nvPr/>
        </p:nvPicPr>
        <p:blipFill>
          <a:blip r:embed="rId2">
            <a:alphaModFix amt="25396"/>
            <a:extLst/>
          </a:blip>
          <a:srcRect l="0" t="0" r="1203" b="0"/>
          <a:stretch>
            <a:fillRect/>
          </a:stretch>
        </p:blipFill>
        <p:spPr>
          <a:xfrm>
            <a:off x="0" y="-6350"/>
            <a:ext cx="24384001" cy="13722366"/>
          </a:xfrm>
          <a:prstGeom prst="rect">
            <a:avLst/>
          </a:prstGeom>
          <a:ln w="12700">
            <a:miter lim="400000"/>
          </a:ln>
        </p:spPr>
      </p:pic>
      <p:sp>
        <p:nvSpPr>
          <p:cNvPr id="218" name="The long 20th century will in all likelihood be seen in the future as the watershed in human experience:…"/>
          <p:cNvSpPr txBox="1"/>
          <p:nvPr/>
        </p:nvSpPr>
        <p:spPr>
          <a:xfrm>
            <a:off x="402606" y="2285999"/>
            <a:ext cx="9239932" cy="10789929"/>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lstStyle/>
          <a:p>
            <a:pPr algn="l" defTabSz="821529">
              <a:spcBef>
                <a:spcPts val="1800"/>
              </a:spcBef>
              <a:defRPr b="1" sz="3600">
                <a:solidFill>
                  <a:srgbClr val="000080"/>
                </a:solidFill>
                <a:latin typeface="Helvetica"/>
                <a:ea typeface="Helvetica"/>
                <a:cs typeface="Helvetica"/>
                <a:sym typeface="Helvetica"/>
              </a:defRPr>
            </a:pPr>
            <a:r>
              <a:t>&lt;</a:t>
            </a:r>
            <a:r>
              <a:rPr u="sng">
                <a:hlinkClick r:id="rId3" invalidUrl="" action="" tgtFrame="" tooltip="" history="1" highlightClick="0" endSnd="0"/>
              </a:rPr>
              <a:t>https://github.com/braddelong/public-files/blob/master/readings/articlre-dinzey-flores-2018-development-faradox.pdf</a:t>
            </a:r>
            <a:r>
              <a:t>&gt;</a:t>
            </a:r>
          </a:p>
          <a:p>
            <a:pPr algn="l" defTabSz="821529">
              <a:spcBef>
                <a:spcPts val="1800"/>
              </a:spcBef>
              <a:defRPr b="1" sz="3600">
                <a:solidFill>
                  <a:srgbClr val="000080"/>
                </a:solidFill>
                <a:latin typeface="Helvetica"/>
                <a:ea typeface="Helvetica"/>
                <a:cs typeface="Helvetica"/>
                <a:sym typeface="Helvetica"/>
              </a:defRPr>
            </a:pPr>
          </a:p>
          <a:p>
            <a:pPr marL="762000" indent="-762000" algn="l" defTabSz="821529">
              <a:spcBef>
                <a:spcPts val="1800"/>
              </a:spcBef>
              <a:buSzPct val="123000"/>
              <a:buChar char="•"/>
              <a:defRPr b="1" sz="3600">
                <a:solidFill>
                  <a:srgbClr val="000000"/>
                </a:solidFill>
                <a:latin typeface="Times New Roman"/>
                <a:ea typeface="Times New Roman"/>
                <a:cs typeface="Times New Roman"/>
                <a:sym typeface="Times New Roman"/>
              </a:defRPr>
            </a:pPr>
            <a:r>
              <a:t>“Puerto Rico shares convergent stories of decay and deindustrialization with cities like Detroit and New York City…” </a:t>
            </a:r>
          </a:p>
          <a:p>
            <a:pPr marL="762000" indent="-762000" algn="l" defTabSz="821529">
              <a:spcBef>
                <a:spcPts val="1800"/>
              </a:spcBef>
              <a:buSzPct val="123000"/>
              <a:buChar char="•"/>
              <a:defRPr b="1" sz="3600">
                <a:solidFill>
                  <a:srgbClr val="000000"/>
                </a:solidFill>
                <a:latin typeface="Times New Roman"/>
                <a:ea typeface="Times New Roman"/>
                <a:cs typeface="Times New Roman"/>
                <a:sym typeface="Times New Roman"/>
              </a:defRPr>
            </a:pPr>
            <a:r>
              <a:t>“Today, Puerto Rico sits politically and economically challenged by the pull of not being “developed” like the U.S. yet not being “underdeveloped” like other parts of the Caribbean and Latin America…”</a:t>
            </a:r>
          </a:p>
        </p:txBody>
      </p:sp>
      <p:sp>
        <p:nvSpPr>
          <p:cNvPr id="219" name="Zaire Dinzey-Flores: The Development Paradox"/>
          <p:cNvSpPr txBox="1"/>
          <p:nvPr>
            <p:ph type="title"/>
          </p:nvPr>
        </p:nvSpPr>
        <p:spPr>
          <a:xfrm>
            <a:off x="402606" y="0"/>
            <a:ext cx="23622001" cy="2286000"/>
          </a:xfrm>
          <a:prstGeom prst="rect">
            <a:avLst/>
          </a:prstGeom>
        </p:spPr>
        <p:txBody>
          <a:bodyPr lIns="91436" tIns="91436" rIns="91436" bIns="91436" anchor="ctr"/>
          <a:lstStyle>
            <a:lvl1pPr algn="ctr" defTabSz="466344">
              <a:lnSpc>
                <a:spcPct val="100000"/>
              </a:lnSpc>
              <a:defRPr spc="0" sz="8160">
                <a:solidFill>
                  <a:srgbClr val="800000"/>
                </a:solidFill>
                <a:uFill>
                  <a:solidFill>
                    <a:srgbClr val="000000"/>
                  </a:solidFill>
                </a:uFill>
                <a:latin typeface="Helvetica"/>
                <a:ea typeface="Helvetica"/>
                <a:cs typeface="Helvetica"/>
                <a:sym typeface="Helvetica"/>
              </a:defRPr>
            </a:lvl1pPr>
          </a:lstStyle>
          <a:p>
            <a:pPr/>
            <a:r>
              <a:t>Zaire Dinzey-Flores: The Development Paradox</a:t>
            </a:r>
          </a:p>
        </p:txBody>
      </p:sp>
      <p:sp>
        <p:nvSpPr>
          <p:cNvPr id="220" name="2020-10-29"/>
          <p:cNvSpPr txBox="1"/>
          <p:nvPr/>
        </p:nvSpPr>
        <p:spPr>
          <a:xfrm>
            <a:off x="402606" y="13075927"/>
            <a:ext cx="23622001" cy="7289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lvl1pPr algn="r" defTabSz="914400">
              <a:spcBef>
                <a:spcPts val="1200"/>
              </a:spcBef>
              <a:defRPr b="1" sz="3600">
                <a:solidFill>
                  <a:srgbClr val="FFFFFF"/>
                </a:solidFill>
                <a:uFill>
                  <a:solidFill>
                    <a:srgbClr val="000000"/>
                  </a:solidFill>
                </a:uFill>
                <a:latin typeface="Helvetica"/>
                <a:ea typeface="Helvetica"/>
                <a:cs typeface="Helvetica"/>
                <a:sym typeface="Helvetica"/>
              </a:defRPr>
            </a:lvl1pPr>
          </a:lstStyle>
          <a:p>
            <a:pPr/>
            <a:r>
              <a:t>2020-10-29</a:t>
            </a:r>
          </a:p>
        </p:txBody>
      </p:sp>
      <p:pic>
        <p:nvPicPr>
          <p:cNvPr id="221" name="Image" descr="Image"/>
          <p:cNvPicPr>
            <a:picLocks noChangeAspect="1"/>
          </p:cNvPicPr>
          <p:nvPr/>
        </p:nvPicPr>
        <p:blipFill>
          <a:blip r:embed="rId4">
            <a:extLst/>
          </a:blip>
          <a:stretch>
            <a:fillRect/>
          </a:stretch>
        </p:blipFill>
        <p:spPr>
          <a:xfrm>
            <a:off x="9642537" y="2285999"/>
            <a:ext cx="14382070" cy="10641925"/>
          </a:xfrm>
          <a:prstGeom prst="rect">
            <a:avLst/>
          </a:prstGeom>
          <a:ln w="12700">
            <a:miter lim="400000"/>
          </a:ln>
        </p:spPr>
      </p:pic>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23" name="delong-this-is-fine.png" descr="delong-this-is-fine.png"/>
          <p:cNvPicPr>
            <a:picLocks noChangeAspect="1"/>
          </p:cNvPicPr>
          <p:nvPr/>
        </p:nvPicPr>
        <p:blipFill>
          <a:blip r:embed="rId2">
            <a:alphaModFix amt="25396"/>
            <a:extLst/>
          </a:blip>
          <a:srcRect l="0" t="0" r="1203" b="0"/>
          <a:stretch>
            <a:fillRect/>
          </a:stretch>
        </p:blipFill>
        <p:spPr>
          <a:xfrm>
            <a:off x="0" y="-6350"/>
            <a:ext cx="24384001" cy="13722366"/>
          </a:xfrm>
          <a:prstGeom prst="rect">
            <a:avLst/>
          </a:prstGeom>
          <a:ln w="12700">
            <a:miter lim="400000"/>
          </a:ln>
        </p:spPr>
      </p:pic>
      <p:sp>
        <p:nvSpPr>
          <p:cNvPr id="224" name="The long 20th century will in all likelihood be seen in the future as the watershed in human experience:…"/>
          <p:cNvSpPr txBox="1"/>
          <p:nvPr/>
        </p:nvSpPr>
        <p:spPr>
          <a:xfrm>
            <a:off x="402606" y="2285999"/>
            <a:ext cx="23622001" cy="10789929"/>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lstStyle/>
          <a:p>
            <a:pPr algn="l" defTabSz="821529">
              <a:spcBef>
                <a:spcPts val="1800"/>
              </a:spcBef>
              <a:defRPr b="1" sz="3600">
                <a:solidFill>
                  <a:srgbClr val="000080"/>
                </a:solidFill>
                <a:latin typeface="Helvetica"/>
                <a:ea typeface="Helvetica"/>
                <a:cs typeface="Helvetica"/>
                <a:sym typeface="Helvetica"/>
              </a:defRPr>
            </a:pPr>
            <a:r>
              <a:t>&lt;</a:t>
            </a:r>
            <a:r>
              <a:rPr u="sng">
                <a:hlinkClick r:id="rId3" invalidUrl="" action="" tgtFrame="" tooltip="" history="1" highlightClick="0" endSnd="0"/>
              </a:rPr>
              <a:t>https://github.com/braddelong/public-files/blob/master/readings/article-bonilla-2020-coloniality.pdf</a:t>
            </a:r>
            <a:r>
              <a:t> &gt;</a:t>
            </a:r>
          </a:p>
          <a:p>
            <a:pPr algn="l" defTabSz="821529">
              <a:spcBef>
                <a:spcPts val="1800"/>
              </a:spcBef>
              <a:defRPr b="1" sz="3600">
                <a:solidFill>
                  <a:srgbClr val="000080"/>
                </a:solidFill>
                <a:latin typeface="Helvetica"/>
                <a:ea typeface="Helvetica"/>
                <a:cs typeface="Helvetica"/>
                <a:sym typeface="Helvetica"/>
              </a:defRPr>
            </a:pPr>
          </a:p>
          <a:p>
            <a:pPr marL="762000" indent="-762000" algn="l" defTabSz="821529">
              <a:spcBef>
                <a:spcPts val="1800"/>
              </a:spcBef>
              <a:buSzPct val="123000"/>
              <a:buChar char="•"/>
              <a:defRPr b="1" sz="3600">
                <a:solidFill>
                  <a:srgbClr val="000000"/>
                </a:solidFill>
                <a:latin typeface="Times New Roman"/>
                <a:ea typeface="Times New Roman"/>
                <a:cs typeface="Times New Roman"/>
                <a:sym typeface="Times New Roman"/>
              </a:defRPr>
            </a:pPr>
            <a:r>
              <a:t>“The cavalry never arrived. Government trucks did not turn up to clear the debris. Instead, neighbors had to clear their own paths with machetes. Tankers of drinking water didn’t appear, so residents headed to the river with buckets, or built their own make-shift infrastructure out of PVC pipes that connected directly to mountain springs…” </a:t>
            </a:r>
          </a:p>
          <a:p>
            <a:pPr marL="762000" indent="-762000" algn="l" defTabSz="821529">
              <a:spcBef>
                <a:spcPts val="1800"/>
              </a:spcBef>
              <a:buSzPct val="123000"/>
              <a:buChar char="•"/>
              <a:defRPr b="1" sz="3600">
                <a:solidFill>
                  <a:srgbClr val="000000"/>
                </a:solidFill>
                <a:latin typeface="Times New Roman"/>
                <a:ea typeface="Times New Roman"/>
                <a:cs typeface="Times New Roman"/>
                <a:sym typeface="Times New Roman"/>
              </a:defRPr>
            </a:pPr>
            <a:r>
              <a:t>“At one point, people thought that what was needed in Puerto Rico was more media coverage. But the media came. They documented. They managed to keep the story alive. Puerto Rico was featured in news re- ports to an unprecedented degree, but this made no difference…”</a:t>
            </a:r>
          </a:p>
          <a:p>
            <a:pPr marL="762000" indent="-762000" algn="l" defTabSz="821529">
              <a:spcBef>
                <a:spcPts val="1800"/>
              </a:spcBef>
              <a:buSzPct val="123000"/>
              <a:buChar char="•"/>
              <a:defRPr b="1" sz="3600">
                <a:solidFill>
                  <a:srgbClr val="000000"/>
                </a:solidFill>
                <a:latin typeface="Times New Roman"/>
                <a:ea typeface="Times New Roman"/>
                <a:cs typeface="Times New Roman"/>
                <a:sym typeface="Times New Roman"/>
              </a:defRPr>
            </a:pPr>
            <a:r>
              <a:t>“The leaves that were ripped off trees by hurricane winds have now grown back, and the environmental ravages of the storm have started to fade, but infrastructure remains in shatters…”</a:t>
            </a:r>
          </a:p>
          <a:p>
            <a:pPr marL="762000" indent="-762000" algn="l" defTabSz="821529">
              <a:spcBef>
                <a:spcPts val="1800"/>
              </a:spcBef>
              <a:buSzPct val="123000"/>
              <a:buChar char="•"/>
              <a:defRPr b="1" sz="3600">
                <a:solidFill>
                  <a:srgbClr val="000000"/>
                </a:solidFill>
                <a:latin typeface="Times New Roman"/>
                <a:ea typeface="Times New Roman"/>
                <a:cs typeface="Times New Roman"/>
                <a:sym typeface="Times New Roman"/>
              </a:defRPr>
            </a:pPr>
            <a:r>
              <a:t>“The great majority of Puerto Ricans spent well over a hundred days without electricity, running water, or traffic signals — that is, without the invisible infrastructure of daily life…”</a:t>
            </a:r>
          </a:p>
        </p:txBody>
      </p:sp>
      <p:sp>
        <p:nvSpPr>
          <p:cNvPr id="225" name="Yarimar Bonilla: The Coloniality of Disaster"/>
          <p:cNvSpPr txBox="1"/>
          <p:nvPr>
            <p:ph type="title"/>
          </p:nvPr>
        </p:nvSpPr>
        <p:spPr>
          <a:xfrm>
            <a:off x="402606" y="0"/>
            <a:ext cx="23622001" cy="2286000"/>
          </a:xfrm>
          <a:prstGeom prst="rect">
            <a:avLst/>
          </a:prstGeom>
        </p:spPr>
        <p:txBody>
          <a:bodyPr lIns="91436" tIns="91436" rIns="91436" bIns="91436" anchor="ctr"/>
          <a:lstStyle>
            <a:lvl1pPr algn="ctr" defTabSz="512063">
              <a:lnSpc>
                <a:spcPct val="100000"/>
              </a:lnSpc>
              <a:defRPr spc="0" sz="8960">
                <a:solidFill>
                  <a:srgbClr val="800000"/>
                </a:solidFill>
                <a:uFill>
                  <a:solidFill>
                    <a:srgbClr val="000000"/>
                  </a:solidFill>
                </a:uFill>
                <a:latin typeface="Helvetica"/>
                <a:ea typeface="Helvetica"/>
                <a:cs typeface="Helvetica"/>
                <a:sym typeface="Helvetica"/>
              </a:defRPr>
            </a:lvl1pPr>
          </a:lstStyle>
          <a:p>
            <a:pPr/>
            <a:r>
              <a:t>Yarimar Bonilla: The Coloniality of Disaster</a:t>
            </a:r>
          </a:p>
        </p:txBody>
      </p:sp>
      <p:sp>
        <p:nvSpPr>
          <p:cNvPr id="226" name="2020-10-29"/>
          <p:cNvSpPr txBox="1"/>
          <p:nvPr/>
        </p:nvSpPr>
        <p:spPr>
          <a:xfrm>
            <a:off x="402606" y="13075927"/>
            <a:ext cx="23622001" cy="7289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lvl1pPr algn="r" defTabSz="914400">
              <a:spcBef>
                <a:spcPts val="1200"/>
              </a:spcBef>
              <a:defRPr b="1" sz="3600">
                <a:solidFill>
                  <a:srgbClr val="FFFFFF"/>
                </a:solidFill>
                <a:uFill>
                  <a:solidFill>
                    <a:srgbClr val="000000"/>
                  </a:solidFill>
                </a:uFill>
                <a:latin typeface="Helvetica"/>
                <a:ea typeface="Helvetica"/>
                <a:cs typeface="Helvetica"/>
                <a:sym typeface="Helvetica"/>
              </a:defRPr>
            </a:lvl1pPr>
          </a:lstStyle>
          <a:p>
            <a:pPr/>
            <a:r>
              <a:t>2020-10-29</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8" name="About the Course"/>
          <p:cNvSpPr txBox="1"/>
          <p:nvPr>
            <p:ph type="title" idx="4294967295"/>
          </p:nvPr>
        </p:nvSpPr>
        <p:spPr>
          <a:xfrm>
            <a:off x="3273126" y="-5"/>
            <a:ext cx="17780001" cy="2286001"/>
          </a:xfrm>
          <a:prstGeom prst="rect">
            <a:avLst/>
          </a:prstGeom>
        </p:spPr>
        <p:txBody>
          <a:bodyPr lIns="91436" tIns="91436" rIns="91436" bIns="91436" anchor="ctr"/>
          <a:lstStyle>
            <a:lvl1pPr algn="ctr" defTabSz="722376">
              <a:lnSpc>
                <a:spcPct val="100000"/>
              </a:lnSpc>
              <a:defRPr spc="0" sz="13667">
                <a:solidFill>
                  <a:srgbClr val="800000"/>
                </a:solidFill>
                <a:uFill>
                  <a:solidFill>
                    <a:srgbClr val="000000"/>
                  </a:solidFill>
                </a:uFill>
                <a:latin typeface="Helvetica"/>
                <a:ea typeface="Helvetica"/>
                <a:cs typeface="Helvetica"/>
                <a:sym typeface="Helvetica"/>
              </a:defRPr>
            </a:lvl1pPr>
          </a:lstStyle>
          <a:p>
            <a:pPr/>
            <a:r>
              <a:t>Catch Our Breath</a:t>
            </a:r>
          </a:p>
        </p:txBody>
      </p:sp>
      <p:sp>
        <p:nvSpPr>
          <p:cNvPr id="229" name="The long 20th century will in all likelihood be seen in the future as the watershed in human experience:…"/>
          <p:cNvSpPr txBox="1"/>
          <p:nvPr>
            <p:ph type="body" sz="half" idx="4294967295"/>
          </p:nvPr>
        </p:nvSpPr>
        <p:spPr>
          <a:xfrm>
            <a:off x="381000" y="2285995"/>
            <a:ext cx="10160000" cy="10795001"/>
          </a:xfrm>
          <a:prstGeom prst="rect">
            <a:avLst/>
          </a:prstGeom>
        </p:spPr>
        <p:txBody>
          <a:bodyPr lIns="91436" tIns="91436" rIns="91436" bIns="91436"/>
          <a:lstStyle/>
          <a:p>
            <a:pPr marL="0" indent="0" defTabSz="914400">
              <a:lnSpc>
                <a:spcPct val="100000"/>
              </a:lnSpc>
              <a:spcBef>
                <a:spcPts val="4000"/>
              </a:spcBef>
              <a:buSzTx/>
              <a:buNone/>
              <a:defRPr b="1" sz="6000">
                <a:uFill>
                  <a:solidFill>
                    <a:srgbClr val="000000"/>
                  </a:solidFill>
                </a:uFill>
                <a:latin typeface="Helvetica"/>
                <a:ea typeface="Helvetica"/>
                <a:cs typeface="Helvetica"/>
                <a:sym typeface="Helvetica"/>
              </a:defRPr>
            </a:pPr>
            <a:r>
              <a:t>Let’s reflect on what we have just heard &amp; seen…</a:t>
            </a:r>
          </a:p>
          <a:p>
            <a:pPr marL="914400" indent="-914400" defTabSz="740662">
              <a:lnSpc>
                <a:spcPct val="100000"/>
              </a:lnSpc>
              <a:spcBef>
                <a:spcPts val="1600"/>
              </a:spcBef>
              <a:buSzPct val="100000"/>
              <a:buAutoNum type="arabicPeriod" startAt="1"/>
              <a:tabLst>
                <a:tab pos="444500" algn="l"/>
              </a:tabLst>
              <a:defRPr>
                <a:uFill>
                  <a:solidFill>
                    <a:srgbClr val="000000"/>
                  </a:solidFill>
                </a:uFill>
                <a:latin typeface="Times New Roman"/>
                <a:ea typeface="Times New Roman"/>
                <a:cs typeface="Times New Roman"/>
                <a:sym typeface="Times New Roman"/>
              </a:defRPr>
            </a:pPr>
            <a:r>
              <a:t>Comments</a:t>
            </a:r>
          </a:p>
          <a:p>
            <a:pPr marL="914400" indent="-914400" defTabSz="740662">
              <a:lnSpc>
                <a:spcPct val="100000"/>
              </a:lnSpc>
              <a:spcBef>
                <a:spcPts val="1600"/>
              </a:spcBef>
              <a:buSzPct val="100000"/>
              <a:buAutoNum type="arabicPeriod" startAt="1"/>
              <a:tabLst>
                <a:tab pos="444500" algn="l"/>
              </a:tabLst>
              <a:defRPr>
                <a:uFill>
                  <a:solidFill>
                    <a:srgbClr val="000000"/>
                  </a:solidFill>
                </a:uFill>
                <a:latin typeface="Times New Roman"/>
                <a:ea typeface="Times New Roman"/>
                <a:cs typeface="Times New Roman"/>
                <a:sym typeface="Times New Roman"/>
              </a:defRPr>
            </a:pPr>
            <a:r>
              <a:t>Questions</a:t>
            </a:r>
          </a:p>
          <a:p>
            <a:pPr marL="914400" indent="-914400" defTabSz="740662">
              <a:lnSpc>
                <a:spcPct val="100000"/>
              </a:lnSpc>
              <a:spcBef>
                <a:spcPts val="1600"/>
              </a:spcBef>
              <a:buSzPct val="100000"/>
              <a:buAutoNum type="arabicPeriod" startAt="1"/>
              <a:tabLst>
                <a:tab pos="444500" algn="l"/>
              </a:tabLst>
              <a:defRPr>
                <a:uFill>
                  <a:solidFill>
                    <a:srgbClr val="000000"/>
                  </a:solidFill>
                </a:uFill>
                <a:latin typeface="Times New Roman"/>
                <a:ea typeface="Times New Roman"/>
                <a:cs typeface="Times New Roman"/>
                <a:sym typeface="Times New Roman"/>
              </a:defRPr>
            </a:pPr>
            <a:r>
              <a:t>Readings</a:t>
            </a:r>
          </a:p>
        </p:txBody>
      </p:sp>
      <p:pic>
        <p:nvPicPr>
          <p:cNvPr id="230" name="delong-this-is-fine.png" descr="delong-this-is-fine.png"/>
          <p:cNvPicPr>
            <a:picLocks noChangeAspect="1"/>
          </p:cNvPicPr>
          <p:nvPr/>
        </p:nvPicPr>
        <p:blipFill>
          <a:blip r:embed="rId2">
            <a:extLst/>
          </a:blip>
          <a:srcRect l="0" t="0" r="1203" b="0"/>
          <a:stretch>
            <a:fillRect/>
          </a:stretch>
        </p:blipFill>
        <p:spPr>
          <a:xfrm>
            <a:off x="10541000" y="2285995"/>
            <a:ext cx="13462000" cy="7575891"/>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2" name="About the Course"/>
          <p:cNvSpPr txBox="1"/>
          <p:nvPr>
            <p:ph type="title" idx="4294967295"/>
          </p:nvPr>
        </p:nvSpPr>
        <p:spPr>
          <a:xfrm>
            <a:off x="0" y="-5"/>
            <a:ext cx="24384001" cy="2286001"/>
          </a:xfrm>
          <a:prstGeom prst="rect">
            <a:avLst/>
          </a:prstGeom>
        </p:spPr>
        <p:txBody>
          <a:bodyPr lIns="91436" tIns="91436" rIns="91436" bIns="91436" anchor="ctr"/>
          <a:lstStyle>
            <a:lvl1pPr algn="ctr" defTabSz="768095">
              <a:lnSpc>
                <a:spcPct val="100000"/>
              </a:lnSpc>
              <a:defRPr spc="0" sz="13439">
                <a:solidFill>
                  <a:srgbClr val="800000"/>
                </a:solidFill>
                <a:uFill>
                  <a:solidFill>
                    <a:srgbClr val="000000"/>
                  </a:solidFill>
                </a:uFill>
                <a:latin typeface="Helvetica"/>
                <a:ea typeface="Helvetica"/>
                <a:cs typeface="Helvetica"/>
                <a:sym typeface="Helvetica"/>
              </a:defRPr>
            </a:lvl1pPr>
          </a:lstStyle>
          <a:p>
            <a:pPr/>
            <a:r>
              <a:t>========================</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34" name="delong-this-is-fine.png" descr="delong-this-is-fine.png"/>
          <p:cNvPicPr>
            <a:picLocks noChangeAspect="1"/>
          </p:cNvPicPr>
          <p:nvPr/>
        </p:nvPicPr>
        <p:blipFill>
          <a:blip r:embed="rId2">
            <a:extLst/>
          </a:blip>
          <a:srcRect l="0" t="0" r="1203" b="0"/>
          <a:stretch>
            <a:fillRect/>
          </a:stretch>
        </p:blipFill>
        <p:spPr>
          <a:xfrm>
            <a:off x="0" y="-3183"/>
            <a:ext cx="24384001" cy="13722366"/>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