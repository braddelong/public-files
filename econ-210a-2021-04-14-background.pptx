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06" name="Shape 306"/>
          <p:cNvSpPr/>
          <p:nvPr>
            <p:ph type="sldImg"/>
          </p:nvPr>
        </p:nvSpPr>
        <p:spPr>
          <a:xfrm>
            <a:off x="1143000" y="685800"/>
            <a:ext cx="4572000" cy="3429000"/>
          </a:xfrm>
          <a:prstGeom prst="rect">
            <a:avLst/>
          </a:prstGeom>
        </p:spPr>
        <p:txBody>
          <a:bodyPr/>
          <a:lstStyle/>
          <a:p>
            <a:pPr/>
          </a:p>
        </p:txBody>
      </p:sp>
      <p:sp>
        <p:nvSpPr>
          <p:cNvPr id="307" name="Shape 30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a:defRPr>
    </a:lvl1pPr>
    <a:lvl2pPr indent="228600" defTabSz="457200" latinLnBrk="0">
      <a:lnSpc>
        <a:spcPct val="117999"/>
      </a:lnSpc>
      <a:defRPr sz="2200">
        <a:latin typeface="+mn-lt"/>
        <a:ea typeface="+mn-ea"/>
        <a:cs typeface="+mn-cs"/>
        <a:sym typeface="Helvetica"/>
      </a:defRPr>
    </a:lvl2pPr>
    <a:lvl3pPr indent="457200" defTabSz="457200" latinLnBrk="0">
      <a:lnSpc>
        <a:spcPct val="117999"/>
      </a:lnSpc>
      <a:defRPr sz="2200">
        <a:latin typeface="+mn-lt"/>
        <a:ea typeface="+mn-ea"/>
        <a:cs typeface="+mn-cs"/>
        <a:sym typeface="Helvetica"/>
      </a:defRPr>
    </a:lvl3pPr>
    <a:lvl4pPr indent="685800" defTabSz="457200" latinLnBrk="0">
      <a:lnSpc>
        <a:spcPct val="117999"/>
      </a:lnSpc>
      <a:defRPr sz="2200">
        <a:latin typeface="+mn-lt"/>
        <a:ea typeface="+mn-ea"/>
        <a:cs typeface="+mn-cs"/>
        <a:sym typeface="Helvetica"/>
      </a:defRPr>
    </a:lvl4pPr>
    <a:lvl5pPr indent="914400" defTabSz="457200" latinLnBrk="0">
      <a:lnSpc>
        <a:spcPct val="117999"/>
      </a:lnSpc>
      <a:defRPr sz="2200">
        <a:latin typeface="+mn-lt"/>
        <a:ea typeface="+mn-ea"/>
        <a:cs typeface="+mn-cs"/>
        <a:sym typeface="Helvetica"/>
      </a:defRPr>
    </a:lvl5pPr>
    <a:lvl6pPr indent="1143000" defTabSz="457200" latinLnBrk="0">
      <a:lnSpc>
        <a:spcPct val="117999"/>
      </a:lnSpc>
      <a:defRPr sz="2200">
        <a:latin typeface="+mn-lt"/>
        <a:ea typeface="+mn-ea"/>
        <a:cs typeface="+mn-cs"/>
        <a:sym typeface="Helvetica"/>
      </a:defRPr>
    </a:lvl6pPr>
    <a:lvl7pPr indent="1371600" defTabSz="457200" latinLnBrk="0">
      <a:lnSpc>
        <a:spcPct val="117999"/>
      </a:lnSpc>
      <a:defRPr sz="2200">
        <a:latin typeface="+mn-lt"/>
        <a:ea typeface="+mn-ea"/>
        <a:cs typeface="+mn-cs"/>
        <a:sym typeface="Helvetica"/>
      </a:defRPr>
    </a:lvl7pPr>
    <a:lvl8pPr indent="1600200" defTabSz="457200" latinLnBrk="0">
      <a:lnSpc>
        <a:spcPct val="117999"/>
      </a:lnSpc>
      <a:defRPr sz="2200">
        <a:latin typeface="+mn-lt"/>
        <a:ea typeface="+mn-ea"/>
        <a:cs typeface="+mn-cs"/>
        <a:sym typeface="Helvetica"/>
      </a:defRPr>
    </a:lvl8pPr>
    <a:lvl9pPr indent="1828800" defTabSz="457200" latinLnBrk="0">
      <a:lnSpc>
        <a:spcPct val="117999"/>
      </a:lnSpc>
      <a:defRPr sz="2200">
        <a:latin typeface="+mn-lt"/>
        <a:ea typeface="+mn-ea"/>
        <a:cs typeface="+mn-cs"/>
        <a:sym typeface="Helvetica"/>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666699290_02_crop_3159x1892.jpg"/>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910457886_1434x1669.jpg"/>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65" y="13078832"/>
            <a:ext cx="368573" cy="3810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660384004_1290x1720.jpg"/>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defRPr spc="-232" sz="11600"/>
            </a:lvl1pPr>
          </a:lstStyle>
          <a:p>
            <a:pPr/>
            <a:r>
              <a:t>Section Title</a:t>
            </a:r>
          </a:p>
        </p:txBody>
      </p:sp>
      <p:sp>
        <p:nvSpPr>
          <p:cNvPr id="72" name="Slide Number"/>
          <p:cNvSpPr txBox="1"/>
          <p:nvPr>
            <p:ph type="sldNum" sz="quarter" idx="2"/>
          </p:nvPr>
        </p:nvSpPr>
        <p:spPr>
          <a:xfrm>
            <a:off x="12001465" y="13078832"/>
            <a:ext cx="368573" cy="3810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b="1" spc="-232" sz="11600"/>
            </a:lvl1pPr>
            <a:lvl2pPr marL="0" indent="457200" algn="ctr">
              <a:lnSpc>
                <a:spcPct val="80000"/>
              </a:lnSpc>
              <a:spcBef>
                <a:spcPts val="0"/>
              </a:spcBef>
              <a:buSzTx/>
              <a:buNone/>
              <a:defRPr b="1" spc="-232" sz="11600"/>
            </a:lvl2pPr>
            <a:lvl3pPr marL="0" indent="914400" algn="ctr">
              <a:lnSpc>
                <a:spcPct val="80000"/>
              </a:lnSpc>
              <a:spcBef>
                <a:spcPts val="0"/>
              </a:spcBef>
              <a:buSzTx/>
              <a:buNone/>
              <a:defRPr b="1" spc="-232" sz="11600"/>
            </a:lvl3pPr>
            <a:lvl4pPr marL="0" indent="1371600" algn="ctr">
              <a:lnSpc>
                <a:spcPct val="80000"/>
              </a:lnSpc>
              <a:spcBef>
                <a:spcPts val="0"/>
              </a:spcBef>
              <a:buSzTx/>
              <a:buNone/>
              <a:defRPr b="1" spc="-232" sz="11600"/>
            </a:lvl4pPr>
            <a:lvl5pPr marL="0" indent="1828800" algn="ctr">
              <a:lnSpc>
                <a:spcPct val="80000"/>
              </a:lnSpc>
              <a:spcBef>
                <a:spcPts val="0"/>
              </a:spcBef>
              <a:buSzTx/>
              <a:buNone/>
              <a:defRPr b="1" spc="-232" sz="11600"/>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b="1" spc="-170" sz="8500"/>
            </a:lvl1pPr>
            <a:lvl2pPr marL="638923" indent="-12700">
              <a:spcBef>
                <a:spcPts val="0"/>
              </a:spcBef>
              <a:buSzTx/>
              <a:buNone/>
              <a:defRPr b="1" spc="-170" sz="8500"/>
            </a:lvl2pPr>
            <a:lvl3pPr marL="638923" indent="444500">
              <a:spcBef>
                <a:spcPts val="0"/>
              </a:spcBef>
              <a:buSzTx/>
              <a:buNone/>
              <a:defRPr b="1" spc="-170" sz="8500"/>
            </a:lvl3pPr>
            <a:lvl4pPr marL="638923" indent="901700">
              <a:spcBef>
                <a:spcPts val="0"/>
              </a:spcBef>
              <a:buSzTx/>
              <a:buNone/>
              <a:defRPr b="1" spc="-170" sz="8500"/>
            </a:lvl4pPr>
            <a:lvl5pPr marL="638923" indent="1358900">
              <a:spcBef>
                <a:spcPts val="0"/>
              </a:spcBef>
              <a:buSzTx/>
              <a:buNone/>
              <a:defRPr b="1" spc="-170" sz="8500"/>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Image"/>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Image"/>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Imag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Image"/>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49"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lnSpc>
                <a:spcPct val="100000"/>
              </a:lnSpc>
              <a:defRPr b="0" spc="0" sz="10800">
                <a:latin typeface="Helvetica Light"/>
                <a:ea typeface="Helvetica Light"/>
                <a:cs typeface="Helvetica Light"/>
                <a:sym typeface="Helvetica Light"/>
              </a:defRPr>
            </a:lvl1pPr>
          </a:lstStyle>
          <a:p>
            <a:pPr/>
            <a:r>
              <a:t>Title Text</a:t>
            </a:r>
          </a:p>
        </p:txBody>
      </p:sp>
      <p:sp>
        <p:nvSpPr>
          <p:cNvPr id="150" name="Body Level One…"/>
          <p:cNvSpPr txBox="1"/>
          <p:nvPr>
            <p:ph type="body" idx="1"/>
          </p:nvPr>
        </p:nvSpPr>
        <p:spPr>
          <a:xfrm>
            <a:off x="4387451" y="3661169"/>
            <a:ext cx="15609097" cy="8840395"/>
          </a:xfrm>
          <a:prstGeom prst="rect">
            <a:avLst/>
          </a:prstGeom>
        </p:spPr>
        <p:txBody>
          <a:bodyPr lIns="71435" tIns="71435" rIns="71435" bIns="71435" anchor="ctr"/>
          <a:lstStyle>
            <a:lvl1pPr marL="592664" indent="-592664" defTabSz="583286">
              <a:lnSpc>
                <a:spcPct val="100000"/>
              </a:lnSpc>
              <a:spcBef>
                <a:spcPts val="1600"/>
              </a:spcBef>
              <a:buSzPct val="75000"/>
            </a:lvl1pPr>
            <a:lvl2pPr marL="1037164" indent="-592664" defTabSz="583286">
              <a:lnSpc>
                <a:spcPct val="100000"/>
              </a:lnSpc>
              <a:spcBef>
                <a:spcPts val="1600"/>
              </a:spcBef>
              <a:buSzPct val="75000"/>
            </a:lvl2pPr>
            <a:lvl3pPr marL="1481664" indent="-592664" defTabSz="583286">
              <a:lnSpc>
                <a:spcPct val="100000"/>
              </a:lnSpc>
              <a:spcBef>
                <a:spcPts val="1600"/>
              </a:spcBef>
              <a:buSzPct val="75000"/>
            </a:lvl3pPr>
            <a:lvl4pPr marL="1926164" indent="-592664" defTabSz="583286">
              <a:lnSpc>
                <a:spcPct val="100000"/>
              </a:lnSpc>
              <a:spcBef>
                <a:spcPts val="1600"/>
              </a:spcBef>
              <a:buSzPct val="75000"/>
            </a:lvl4pPr>
            <a:lvl5pPr marL="2370664" indent="-592664" defTabSz="583286">
              <a:lnSpc>
                <a:spcPct val="100000"/>
              </a:lnSpc>
              <a:spcBef>
                <a:spcPts val="1600"/>
              </a:spcBef>
              <a:buSzPct val="75000"/>
            </a:lvl5pPr>
          </a:lstStyle>
          <a:p>
            <a:pPr/>
            <a:r>
              <a:t>Body Level One</a:t>
            </a:r>
          </a:p>
          <a:p>
            <a:pPr lvl="1"/>
            <a:r>
              <a:t>Body Level Two</a:t>
            </a:r>
          </a:p>
          <a:p>
            <a:pPr lvl="2"/>
            <a:r>
              <a:t>Body Level Three</a:t>
            </a:r>
          </a:p>
          <a:p>
            <a:pPr lvl="3"/>
            <a:r>
              <a:t>Body Level Four</a:t>
            </a:r>
          </a:p>
          <a:p>
            <a:pPr lvl="4"/>
            <a:r>
              <a:t>Body Level Five</a:t>
            </a:r>
          </a:p>
        </p:txBody>
      </p:sp>
      <p:sp>
        <p:nvSpPr>
          <p:cNvPr id="151"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58" name="Title Text"/>
          <p:cNvSpPr txBox="1"/>
          <p:nvPr>
            <p:ph type="title"/>
          </p:nvPr>
        </p:nvSpPr>
        <p:spPr>
          <a:xfrm>
            <a:off x="4387451" y="625075"/>
            <a:ext cx="15609097" cy="3036098"/>
          </a:xfrm>
          <a:prstGeom prst="rect">
            <a:avLst/>
          </a:prstGeom>
        </p:spPr>
        <p:txBody>
          <a:bodyPr lIns="71435" tIns="71435" rIns="71435" bIns="71435" anchor="ctr"/>
          <a:lstStyle>
            <a:lvl1pPr algn="ctr" defTabSz="714732">
              <a:lnSpc>
                <a:spcPct val="100000"/>
              </a:lnSpc>
              <a:defRPr spc="0" sz="16000">
                <a:solidFill>
                  <a:srgbClr val="000080"/>
                </a:solidFill>
              </a:defRPr>
            </a:lvl1pPr>
          </a:lstStyle>
          <a:p>
            <a:pPr/>
            <a:r>
              <a:t>Title Text</a:t>
            </a:r>
          </a:p>
        </p:txBody>
      </p:sp>
      <p:sp>
        <p:nvSpPr>
          <p:cNvPr id="159"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lnSpc>
                <a:spcPct val="100000"/>
              </a:lnSpc>
              <a:spcBef>
                <a:spcPts val="5800"/>
              </a:spcBef>
              <a:buSzPct val="75000"/>
              <a:defRPr sz="4400">
                <a:latin typeface="Helvetica Light"/>
                <a:ea typeface="Helvetica Light"/>
                <a:cs typeface="Helvetica Light"/>
                <a:sym typeface="Helvetica Light"/>
              </a:defRPr>
            </a:lvl1pPr>
            <a:lvl2pPr marL="987776" indent="-543276" defTabSz="821529">
              <a:lnSpc>
                <a:spcPct val="100000"/>
              </a:lnSpc>
              <a:spcBef>
                <a:spcPts val="5800"/>
              </a:spcBef>
              <a:buSzPct val="75000"/>
              <a:defRPr sz="4400">
                <a:latin typeface="Helvetica Light"/>
                <a:ea typeface="Helvetica Light"/>
                <a:cs typeface="Helvetica Light"/>
                <a:sym typeface="Helvetica Light"/>
              </a:defRPr>
            </a:lvl2pPr>
            <a:lvl3pPr marL="1432275" indent="-543275" defTabSz="821529">
              <a:lnSpc>
                <a:spcPct val="100000"/>
              </a:lnSpc>
              <a:spcBef>
                <a:spcPts val="5800"/>
              </a:spcBef>
              <a:buSzPct val="75000"/>
              <a:defRPr sz="4400">
                <a:latin typeface="Helvetica Light"/>
                <a:ea typeface="Helvetica Light"/>
                <a:cs typeface="Helvetica Light"/>
                <a:sym typeface="Helvetica Light"/>
              </a:defRPr>
            </a:lvl3pPr>
            <a:lvl4pPr marL="1876775" indent="-543275" defTabSz="821529">
              <a:lnSpc>
                <a:spcPct val="100000"/>
              </a:lnSpc>
              <a:spcBef>
                <a:spcPts val="5800"/>
              </a:spcBef>
              <a:buSzPct val="75000"/>
              <a:defRPr sz="4400">
                <a:latin typeface="Helvetica Light"/>
                <a:ea typeface="Helvetica Light"/>
                <a:cs typeface="Helvetica Light"/>
                <a:sym typeface="Helvetica Light"/>
              </a:defRPr>
            </a:lvl4pPr>
            <a:lvl5pPr marL="2321276" indent="-543276" defTabSz="821529">
              <a:lnSpc>
                <a:spcPct val="100000"/>
              </a:lnSpc>
              <a:spcBef>
                <a:spcPts val="5800"/>
              </a:spcBef>
              <a:buSzPct val="75000"/>
              <a:defRPr sz="44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0"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67" name="Title Text"/>
          <p:cNvSpPr txBox="1"/>
          <p:nvPr>
            <p:ph type="title"/>
          </p:nvPr>
        </p:nvSpPr>
        <p:spPr>
          <a:xfrm>
            <a:off x="4387451" y="625077"/>
            <a:ext cx="15609097" cy="3036095"/>
          </a:xfrm>
          <a:prstGeom prst="rect">
            <a:avLst/>
          </a:prstGeom>
        </p:spPr>
        <p:txBody>
          <a:bodyPr lIns="71435" tIns="71435" rIns="71435" bIns="71435" anchor="ctr"/>
          <a:lstStyle>
            <a:lvl1pPr algn="ctr" defTabSz="914400">
              <a:lnSpc>
                <a:spcPct val="100000"/>
              </a:lnSpc>
              <a:defRPr spc="0" sz="11200">
                <a:solidFill>
                  <a:srgbClr val="000080"/>
                </a:solidFill>
                <a:uFill>
                  <a:solidFill>
                    <a:srgbClr val="000000"/>
                  </a:solidFill>
                </a:uFill>
              </a:defRPr>
            </a:lvl1pPr>
          </a:lstStyle>
          <a:p>
            <a:pPr/>
            <a:r>
              <a:t>Title Text</a:t>
            </a:r>
          </a:p>
        </p:txBody>
      </p:sp>
      <p:sp>
        <p:nvSpPr>
          <p:cNvPr id="168"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lnSpc>
                <a:spcPct val="100000"/>
              </a:lnSpc>
              <a:spcBef>
                <a:spcPts val="5800"/>
              </a:spcBef>
              <a:buSzPct val="75000"/>
              <a:defRPr>
                <a:latin typeface="Helvetica Light"/>
                <a:ea typeface="Helvetica Light"/>
                <a:cs typeface="Helvetica Light"/>
                <a:sym typeface="Helvetica Light"/>
              </a:defRPr>
            </a:lvl1pPr>
            <a:lvl2pPr marL="1037165" indent="-592665" defTabSz="821529">
              <a:lnSpc>
                <a:spcPct val="100000"/>
              </a:lnSpc>
              <a:spcBef>
                <a:spcPts val="5800"/>
              </a:spcBef>
              <a:buSzPct val="75000"/>
              <a:defRPr>
                <a:latin typeface="Helvetica Light"/>
                <a:ea typeface="Helvetica Light"/>
                <a:cs typeface="Helvetica Light"/>
                <a:sym typeface="Helvetica Light"/>
              </a:defRPr>
            </a:lvl2pPr>
            <a:lvl3pPr marL="1481665" indent="-592665" defTabSz="821529">
              <a:lnSpc>
                <a:spcPct val="100000"/>
              </a:lnSpc>
              <a:spcBef>
                <a:spcPts val="5800"/>
              </a:spcBef>
              <a:buSzPct val="75000"/>
              <a:defRPr>
                <a:latin typeface="Helvetica Light"/>
                <a:ea typeface="Helvetica Light"/>
                <a:cs typeface="Helvetica Light"/>
                <a:sym typeface="Helvetica Light"/>
              </a:defRPr>
            </a:lvl3pPr>
            <a:lvl4pPr marL="1926166" indent="-592666" defTabSz="821529">
              <a:lnSpc>
                <a:spcPct val="100000"/>
              </a:lnSpc>
              <a:spcBef>
                <a:spcPts val="5800"/>
              </a:spcBef>
              <a:buSzPct val="75000"/>
              <a:defRPr>
                <a:latin typeface="Helvetica Light"/>
                <a:ea typeface="Helvetica Light"/>
                <a:cs typeface="Helvetica Light"/>
                <a:sym typeface="Helvetica Light"/>
              </a:defRPr>
            </a:lvl4pPr>
            <a:lvl5pPr marL="2370666" indent="-592666" defTabSz="821529">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9"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76"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lnSpc>
                <a:spcPct val="100000"/>
              </a:lnSpc>
              <a:defRPr b="0" spc="0" sz="10800">
                <a:latin typeface="Helvetica Light"/>
                <a:ea typeface="Helvetica Light"/>
                <a:cs typeface="Helvetica Light"/>
                <a:sym typeface="Helvetica Light"/>
              </a:defRPr>
            </a:lvl1pPr>
          </a:lstStyle>
          <a:p>
            <a:pPr/>
            <a:r>
              <a:t>Title Text</a:t>
            </a:r>
          </a:p>
        </p:txBody>
      </p:sp>
      <p:sp>
        <p:nvSpPr>
          <p:cNvPr id="177"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lnSpc>
                <a:spcPct val="100000"/>
              </a:lnSpc>
              <a:spcBef>
                <a:spcPts val="5800"/>
              </a:spcBef>
              <a:buSzPct val="75000"/>
              <a:defRPr sz="4400">
                <a:latin typeface="Helvetica Light"/>
                <a:ea typeface="Helvetica Light"/>
                <a:cs typeface="Helvetica Light"/>
                <a:sym typeface="Helvetica Light"/>
              </a:defRPr>
            </a:lvl1pPr>
            <a:lvl2pPr marL="987776" indent="-543276" defTabSz="821529">
              <a:lnSpc>
                <a:spcPct val="100000"/>
              </a:lnSpc>
              <a:spcBef>
                <a:spcPts val="5800"/>
              </a:spcBef>
              <a:buSzPct val="75000"/>
              <a:defRPr sz="4400">
                <a:latin typeface="Helvetica Light"/>
                <a:ea typeface="Helvetica Light"/>
                <a:cs typeface="Helvetica Light"/>
                <a:sym typeface="Helvetica Light"/>
              </a:defRPr>
            </a:lvl2pPr>
            <a:lvl3pPr marL="1432275" indent="-543275" defTabSz="821529">
              <a:lnSpc>
                <a:spcPct val="100000"/>
              </a:lnSpc>
              <a:spcBef>
                <a:spcPts val="5800"/>
              </a:spcBef>
              <a:buSzPct val="75000"/>
              <a:defRPr sz="4400">
                <a:latin typeface="Helvetica Light"/>
                <a:ea typeface="Helvetica Light"/>
                <a:cs typeface="Helvetica Light"/>
                <a:sym typeface="Helvetica Light"/>
              </a:defRPr>
            </a:lvl3pPr>
            <a:lvl4pPr marL="1876775" indent="-543275" defTabSz="821529">
              <a:lnSpc>
                <a:spcPct val="100000"/>
              </a:lnSpc>
              <a:spcBef>
                <a:spcPts val="5800"/>
              </a:spcBef>
              <a:buSzPct val="75000"/>
              <a:defRPr sz="4400">
                <a:latin typeface="Helvetica Light"/>
                <a:ea typeface="Helvetica Light"/>
                <a:cs typeface="Helvetica Light"/>
                <a:sym typeface="Helvetica Light"/>
              </a:defRPr>
            </a:lvl4pPr>
            <a:lvl5pPr marL="2321276" indent="-543276" defTabSz="821529">
              <a:lnSpc>
                <a:spcPct val="100000"/>
              </a:lnSpc>
              <a:spcBef>
                <a:spcPts val="5800"/>
              </a:spcBef>
              <a:buSzPct val="75000"/>
              <a:defRPr sz="44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78"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85"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lnSpc>
                <a:spcPct val="100000"/>
              </a:lnSpc>
              <a:defRPr spc="0" sz="16000">
                <a:solidFill>
                  <a:srgbClr val="800000"/>
                </a:solidFill>
                <a:uFill>
                  <a:solidFill>
                    <a:srgbClr val="000000"/>
                  </a:solidFill>
                </a:uFill>
              </a:defRPr>
            </a:lvl1pPr>
          </a:lstStyle>
          <a:p>
            <a:pPr/>
            <a:r>
              <a:t>Title Text</a:t>
            </a:r>
          </a:p>
        </p:txBody>
      </p:sp>
      <p:sp>
        <p:nvSpPr>
          <p:cNvPr id="186"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lnSpc>
                <a:spcPct val="100000"/>
              </a:lnSpc>
              <a:spcBef>
                <a:spcPts val="5800"/>
              </a:spcBef>
              <a:buSzPct val="75000"/>
              <a:defRPr>
                <a:latin typeface="Helvetica Light"/>
                <a:ea typeface="Helvetica Light"/>
                <a:cs typeface="Helvetica Light"/>
                <a:sym typeface="Helvetica Light"/>
              </a:defRPr>
            </a:lvl1pPr>
            <a:lvl2pPr marL="1037164" indent="-592664" defTabSz="821527">
              <a:lnSpc>
                <a:spcPct val="100000"/>
              </a:lnSpc>
              <a:spcBef>
                <a:spcPts val="5800"/>
              </a:spcBef>
              <a:buSzPct val="75000"/>
              <a:defRPr>
                <a:latin typeface="Helvetica Light"/>
                <a:ea typeface="Helvetica Light"/>
                <a:cs typeface="Helvetica Light"/>
                <a:sym typeface="Helvetica Light"/>
              </a:defRPr>
            </a:lvl2pPr>
            <a:lvl3pPr marL="1481664" indent="-592664" defTabSz="821527">
              <a:lnSpc>
                <a:spcPct val="100000"/>
              </a:lnSpc>
              <a:spcBef>
                <a:spcPts val="5800"/>
              </a:spcBef>
              <a:buSzPct val="75000"/>
              <a:defRPr>
                <a:latin typeface="Helvetica Light"/>
                <a:ea typeface="Helvetica Light"/>
                <a:cs typeface="Helvetica Light"/>
                <a:sym typeface="Helvetica Light"/>
              </a:defRPr>
            </a:lvl3pPr>
            <a:lvl4pPr marL="1926164" indent="-592663" defTabSz="821527">
              <a:lnSpc>
                <a:spcPct val="100000"/>
              </a:lnSpc>
              <a:spcBef>
                <a:spcPts val="5800"/>
              </a:spcBef>
              <a:buSzPct val="75000"/>
              <a:defRPr>
                <a:latin typeface="Helvetica Light"/>
                <a:ea typeface="Helvetica Light"/>
                <a:cs typeface="Helvetica Light"/>
                <a:sym typeface="Helvetica Light"/>
              </a:defRPr>
            </a:lvl4pPr>
            <a:lvl5pPr marL="2370666" indent="-592666" defTabSz="821527">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87"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194" name="Title Text"/>
          <p:cNvSpPr txBox="1"/>
          <p:nvPr>
            <p:ph type="title"/>
          </p:nvPr>
        </p:nvSpPr>
        <p:spPr>
          <a:xfrm>
            <a:off x="3962400" y="549276"/>
            <a:ext cx="16459200" cy="2286001"/>
          </a:xfrm>
          <a:prstGeom prst="rect">
            <a:avLst/>
          </a:prstGeom>
        </p:spPr>
        <p:txBody>
          <a:bodyPr lIns="91439" tIns="91439" rIns="91439" bIns="91439" anchor="ctr"/>
          <a:lstStyle>
            <a:lvl1pPr algn="ctr" defTabSz="1828800">
              <a:lnSpc>
                <a:spcPct val="100000"/>
              </a:lnSpc>
              <a:defRPr b="0" spc="0" sz="8800"/>
            </a:lvl1pPr>
          </a:lstStyle>
          <a:p>
            <a:pPr/>
            <a:r>
              <a:t>Title Text</a:t>
            </a:r>
          </a:p>
        </p:txBody>
      </p:sp>
      <p:sp>
        <p:nvSpPr>
          <p:cNvPr id="195" name="Body Level One…"/>
          <p:cNvSpPr txBox="1"/>
          <p:nvPr>
            <p:ph type="body" idx="1"/>
          </p:nvPr>
        </p:nvSpPr>
        <p:spPr>
          <a:xfrm>
            <a:off x="3962400" y="3200400"/>
            <a:ext cx="16459200" cy="9051926"/>
          </a:xfrm>
          <a:prstGeom prst="rect">
            <a:avLst/>
          </a:prstGeom>
        </p:spPr>
        <p:txBody>
          <a:bodyPr lIns="91439" tIns="91439" rIns="91439" bIns="91439"/>
          <a:lstStyle>
            <a:lvl1pPr marL="685800" indent="-685800" defTabSz="1828800">
              <a:lnSpc>
                <a:spcPct val="100000"/>
              </a:lnSpc>
              <a:spcBef>
                <a:spcPts val="1500"/>
              </a:spcBef>
              <a:buSzPct val="100000"/>
              <a:buFont typeface="Helvetica"/>
              <a:defRPr sz="6400"/>
            </a:lvl1pPr>
            <a:lvl2pPr marL="1110342" indent="-653142" defTabSz="1828800">
              <a:lnSpc>
                <a:spcPct val="100000"/>
              </a:lnSpc>
              <a:spcBef>
                <a:spcPts val="1500"/>
              </a:spcBef>
              <a:buSzPct val="100000"/>
              <a:buFont typeface="Helvetica"/>
              <a:buChar char="–"/>
              <a:defRPr sz="6400"/>
            </a:lvl2pPr>
            <a:lvl3pPr marL="1524000" defTabSz="1828800">
              <a:lnSpc>
                <a:spcPct val="100000"/>
              </a:lnSpc>
              <a:spcBef>
                <a:spcPts val="1500"/>
              </a:spcBef>
              <a:buSzPct val="100000"/>
              <a:buFont typeface="Helvetica"/>
              <a:defRPr sz="6400"/>
            </a:lvl3pPr>
            <a:lvl4pPr marL="2103120" indent="-731520" defTabSz="1828800">
              <a:lnSpc>
                <a:spcPct val="100000"/>
              </a:lnSpc>
              <a:spcBef>
                <a:spcPts val="1500"/>
              </a:spcBef>
              <a:buSzPct val="100000"/>
              <a:buFont typeface="Helvetica"/>
              <a:buChar char="–"/>
              <a:defRPr sz="6400"/>
            </a:lvl4pPr>
            <a:lvl5pPr marL="2560320" indent="-731520" defTabSz="1828800">
              <a:lnSpc>
                <a:spcPct val="100000"/>
              </a:lnSpc>
              <a:spcBef>
                <a:spcPts val="1500"/>
              </a:spcBef>
              <a:buSzPct val="100000"/>
              <a:buFont typeface="Helvetica"/>
              <a:buChar char="»"/>
              <a:defRPr sz="6400"/>
            </a:lvl5pPr>
          </a:lstStyle>
          <a:p>
            <a:pPr/>
            <a:r>
              <a:t>Body Level One</a:t>
            </a:r>
          </a:p>
          <a:p>
            <a:pPr lvl="1"/>
            <a:r>
              <a:t>Body Level Two</a:t>
            </a:r>
          </a:p>
          <a:p>
            <a:pPr lvl="2"/>
            <a:r>
              <a:t>Body Level Three</a:t>
            </a:r>
          </a:p>
          <a:p>
            <a:pPr lvl="3"/>
            <a:r>
              <a:t>Body Level Four</a:t>
            </a:r>
          </a:p>
          <a:p>
            <a:pPr lvl="4"/>
            <a:r>
              <a:t>Body Level Five</a:t>
            </a:r>
          </a:p>
        </p:txBody>
      </p:sp>
      <p:sp>
        <p:nvSpPr>
          <p:cNvPr id="196" name="Slide Number"/>
          <p:cNvSpPr txBox="1"/>
          <p:nvPr>
            <p:ph type="sldNum" sz="quarter" idx="2"/>
          </p:nvPr>
        </p:nvSpPr>
        <p:spPr>
          <a:xfrm>
            <a:off x="19886989" y="12802235"/>
            <a:ext cx="534611" cy="551181"/>
          </a:xfrm>
          <a:prstGeom prst="rect">
            <a:avLst/>
          </a:prstGeom>
        </p:spPr>
        <p:txBody>
          <a:bodyPr lIns="91439" tIns="91439" rIns="91439" bIns="91439" anchor="ctr"/>
          <a:lstStyle>
            <a:lvl1pPr algn="r" defTabSz="1828800">
              <a:defRPr sz="24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203" name="Title Text"/>
          <p:cNvSpPr txBox="1"/>
          <p:nvPr>
            <p:ph type="title"/>
          </p:nvPr>
        </p:nvSpPr>
        <p:spPr>
          <a:xfrm>
            <a:off x="3962400" y="549276"/>
            <a:ext cx="16459200" cy="2286001"/>
          </a:xfrm>
          <a:prstGeom prst="rect">
            <a:avLst/>
          </a:prstGeom>
        </p:spPr>
        <p:txBody>
          <a:bodyPr lIns="91439" tIns="91439" rIns="91439" bIns="91439" anchor="ctr"/>
          <a:lstStyle>
            <a:lvl1pPr algn="ctr" defTabSz="1828800">
              <a:lnSpc>
                <a:spcPct val="100000"/>
              </a:lnSpc>
              <a:defRPr b="0" spc="0" sz="8800"/>
            </a:lvl1pPr>
          </a:lstStyle>
          <a:p>
            <a:pPr/>
            <a:r>
              <a:t>Title Text</a:t>
            </a:r>
          </a:p>
        </p:txBody>
      </p:sp>
      <p:sp>
        <p:nvSpPr>
          <p:cNvPr id="204" name="Body Level One…"/>
          <p:cNvSpPr txBox="1"/>
          <p:nvPr>
            <p:ph type="body" sz="half" idx="1"/>
          </p:nvPr>
        </p:nvSpPr>
        <p:spPr>
          <a:xfrm>
            <a:off x="3962400" y="3200400"/>
            <a:ext cx="8077200" cy="9051926"/>
          </a:xfrm>
          <a:prstGeom prst="rect">
            <a:avLst/>
          </a:prstGeom>
        </p:spPr>
        <p:txBody>
          <a:bodyPr lIns="91439" tIns="91439" rIns="91439" bIns="91439"/>
          <a:lstStyle>
            <a:lvl1pPr marL="685800" indent="-685800" defTabSz="1828800">
              <a:lnSpc>
                <a:spcPct val="100000"/>
              </a:lnSpc>
              <a:spcBef>
                <a:spcPts val="1300"/>
              </a:spcBef>
              <a:buSzPct val="100000"/>
              <a:buFont typeface="Helvetica"/>
              <a:defRPr sz="5600"/>
            </a:lvl1pPr>
            <a:lvl2pPr marL="1123950" indent="-666750" defTabSz="1828800">
              <a:lnSpc>
                <a:spcPct val="100000"/>
              </a:lnSpc>
              <a:spcBef>
                <a:spcPts val="1300"/>
              </a:spcBef>
              <a:buSzPct val="100000"/>
              <a:buFont typeface="Helvetica"/>
              <a:buChar char="–"/>
              <a:defRPr sz="5600"/>
            </a:lvl2pPr>
            <a:lvl3pPr marL="1554479" indent="-640079" defTabSz="1828800">
              <a:lnSpc>
                <a:spcPct val="100000"/>
              </a:lnSpc>
              <a:spcBef>
                <a:spcPts val="1300"/>
              </a:spcBef>
              <a:buSzPct val="100000"/>
              <a:buFont typeface="Helvetica"/>
              <a:defRPr sz="5600"/>
            </a:lvl3pPr>
            <a:lvl4pPr marL="2082800" indent="-711200" defTabSz="1828800">
              <a:lnSpc>
                <a:spcPct val="100000"/>
              </a:lnSpc>
              <a:spcBef>
                <a:spcPts val="1300"/>
              </a:spcBef>
              <a:buSzPct val="100000"/>
              <a:buFont typeface="Helvetica"/>
              <a:buChar char="–"/>
              <a:defRPr sz="5600"/>
            </a:lvl4pPr>
            <a:lvl5pPr marL="2540000" indent="-711200" defTabSz="1828800">
              <a:lnSpc>
                <a:spcPct val="100000"/>
              </a:lnSpc>
              <a:spcBef>
                <a:spcPts val="1300"/>
              </a:spcBef>
              <a:buSzPct val="100000"/>
              <a:buFont typeface="Helvetica"/>
              <a:buChar char="»"/>
              <a:defRPr sz="5600"/>
            </a:lvl5pPr>
          </a:lstStyle>
          <a:p>
            <a:pPr/>
            <a:r>
              <a:t>Body Level One</a:t>
            </a:r>
          </a:p>
          <a:p>
            <a:pPr lvl="1"/>
            <a:r>
              <a:t>Body Level Two</a:t>
            </a:r>
          </a:p>
          <a:p>
            <a:pPr lvl="2"/>
            <a:r>
              <a:t>Body Level Three</a:t>
            </a:r>
          </a:p>
          <a:p>
            <a:pPr lvl="3"/>
            <a:r>
              <a:t>Body Level Four</a:t>
            </a:r>
          </a:p>
          <a:p>
            <a:pPr lvl="4"/>
            <a:r>
              <a:t>Body Level Five</a:t>
            </a:r>
          </a:p>
        </p:txBody>
      </p:sp>
      <p:sp>
        <p:nvSpPr>
          <p:cNvPr id="205" name="Slide Number"/>
          <p:cNvSpPr txBox="1"/>
          <p:nvPr>
            <p:ph type="sldNum" sz="quarter" idx="2"/>
          </p:nvPr>
        </p:nvSpPr>
        <p:spPr>
          <a:xfrm>
            <a:off x="19886989" y="12802235"/>
            <a:ext cx="534611" cy="551181"/>
          </a:xfrm>
          <a:prstGeom prst="rect">
            <a:avLst/>
          </a:prstGeom>
        </p:spPr>
        <p:txBody>
          <a:bodyPr lIns="91439" tIns="91439" rIns="91439" bIns="91439" anchor="ctr"/>
          <a:lstStyle>
            <a:lvl1pPr algn="r" defTabSz="1828800">
              <a:defRPr sz="24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spTree>
      <p:nvGrpSpPr>
        <p:cNvPr id="1" name=""/>
        <p:cNvGrpSpPr/>
        <p:nvPr/>
      </p:nvGrpSpPr>
      <p:grpSpPr>
        <a:xfrm>
          <a:off x="0" y="0"/>
          <a:ext cx="0" cy="0"/>
          <a:chOff x="0" y="0"/>
          <a:chExt cx="0" cy="0"/>
        </a:xfrm>
      </p:grpSpPr>
      <p:sp>
        <p:nvSpPr>
          <p:cNvPr id="212" name="Title Text"/>
          <p:cNvSpPr txBox="1"/>
          <p:nvPr>
            <p:ph type="title"/>
          </p:nvPr>
        </p:nvSpPr>
        <p:spPr>
          <a:xfrm>
            <a:off x="4419600" y="4260850"/>
            <a:ext cx="15544800" cy="2940050"/>
          </a:xfrm>
          <a:prstGeom prst="rect">
            <a:avLst/>
          </a:prstGeom>
        </p:spPr>
        <p:txBody>
          <a:bodyPr lIns="91439" tIns="91439" rIns="91439" bIns="91439" anchor="ctr"/>
          <a:lstStyle>
            <a:lvl1pPr algn="ctr" defTabSz="1828800">
              <a:lnSpc>
                <a:spcPct val="100000"/>
              </a:lnSpc>
              <a:defRPr b="0" spc="0" sz="8800"/>
            </a:lvl1pPr>
          </a:lstStyle>
          <a:p>
            <a:pPr/>
            <a:r>
              <a:t>Title Text</a:t>
            </a:r>
          </a:p>
        </p:txBody>
      </p:sp>
      <p:sp>
        <p:nvSpPr>
          <p:cNvPr id="213" name="Body Level One…"/>
          <p:cNvSpPr txBox="1"/>
          <p:nvPr>
            <p:ph type="body" sz="quarter" idx="1"/>
          </p:nvPr>
        </p:nvSpPr>
        <p:spPr>
          <a:xfrm>
            <a:off x="5791200" y="7772400"/>
            <a:ext cx="12801600" cy="3505200"/>
          </a:xfrm>
          <a:prstGeom prst="rect">
            <a:avLst/>
          </a:prstGeom>
        </p:spPr>
        <p:txBody>
          <a:bodyPr lIns="91439" tIns="91439" rIns="91439" bIns="91439"/>
          <a:lstStyle>
            <a:lvl1pPr marL="0" indent="0" algn="ctr" defTabSz="1828800">
              <a:lnSpc>
                <a:spcPct val="100000"/>
              </a:lnSpc>
              <a:spcBef>
                <a:spcPts val="1500"/>
              </a:spcBef>
              <a:buSzTx/>
              <a:buNone/>
              <a:defRPr sz="6400">
                <a:solidFill>
                  <a:srgbClr val="888888"/>
                </a:solidFill>
              </a:defRPr>
            </a:lvl1pPr>
            <a:lvl2pPr marL="0" indent="457200" algn="ctr" defTabSz="1828800">
              <a:lnSpc>
                <a:spcPct val="100000"/>
              </a:lnSpc>
              <a:spcBef>
                <a:spcPts val="1500"/>
              </a:spcBef>
              <a:buSzTx/>
              <a:buNone/>
              <a:defRPr sz="6400">
                <a:solidFill>
                  <a:srgbClr val="888888"/>
                </a:solidFill>
              </a:defRPr>
            </a:lvl2pPr>
            <a:lvl3pPr marL="0" indent="914400" algn="ctr" defTabSz="1828800">
              <a:lnSpc>
                <a:spcPct val="100000"/>
              </a:lnSpc>
              <a:spcBef>
                <a:spcPts val="1500"/>
              </a:spcBef>
              <a:buSzTx/>
              <a:buNone/>
              <a:defRPr sz="6400">
                <a:solidFill>
                  <a:srgbClr val="888888"/>
                </a:solidFill>
              </a:defRPr>
            </a:lvl3pPr>
            <a:lvl4pPr marL="0" indent="1371600" algn="ctr" defTabSz="1828800">
              <a:lnSpc>
                <a:spcPct val="100000"/>
              </a:lnSpc>
              <a:spcBef>
                <a:spcPts val="1500"/>
              </a:spcBef>
              <a:buSzTx/>
              <a:buNone/>
              <a:defRPr sz="6400">
                <a:solidFill>
                  <a:srgbClr val="888888"/>
                </a:solidFill>
              </a:defRPr>
            </a:lvl4pPr>
            <a:lvl5pPr marL="0" indent="1828800" algn="ctr" defTabSz="1828800">
              <a:lnSpc>
                <a:spcPct val="100000"/>
              </a:lnSpc>
              <a:spcBef>
                <a:spcPts val="1500"/>
              </a:spcBef>
              <a:buSzTx/>
              <a:buNone/>
              <a:defRPr sz="6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214" name="Slide Number"/>
          <p:cNvSpPr txBox="1"/>
          <p:nvPr>
            <p:ph type="sldNum" sz="quarter" idx="2"/>
          </p:nvPr>
        </p:nvSpPr>
        <p:spPr>
          <a:xfrm>
            <a:off x="19886989" y="12802235"/>
            <a:ext cx="534611" cy="551181"/>
          </a:xfrm>
          <a:prstGeom prst="rect">
            <a:avLst/>
          </a:prstGeom>
        </p:spPr>
        <p:txBody>
          <a:bodyPr lIns="91439" tIns="91439" rIns="91439" bIns="91439" anchor="ctr"/>
          <a:lstStyle>
            <a:lvl1pPr algn="r" defTabSz="1828800">
              <a:defRPr sz="24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21"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lnSpc>
                <a:spcPct val="100000"/>
              </a:lnSpc>
              <a:defRPr spc="0" sz="11200">
                <a:solidFill>
                  <a:srgbClr val="000080"/>
                </a:solidFill>
                <a:uFill>
                  <a:solidFill>
                    <a:srgbClr val="000000"/>
                  </a:solidFill>
                </a:uFill>
              </a:defRPr>
            </a:lvl1pPr>
          </a:lstStyle>
          <a:p>
            <a:pPr/>
            <a:r>
              <a:t>Title Text</a:t>
            </a:r>
          </a:p>
        </p:txBody>
      </p:sp>
      <p:sp>
        <p:nvSpPr>
          <p:cNvPr id="222"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lnSpc>
                <a:spcPct val="100000"/>
              </a:lnSpc>
              <a:spcBef>
                <a:spcPts val="5800"/>
              </a:spcBef>
              <a:buSzPct val="75000"/>
              <a:defRPr>
                <a:latin typeface="Helvetica Light"/>
                <a:ea typeface="Helvetica Light"/>
                <a:cs typeface="Helvetica Light"/>
                <a:sym typeface="Helvetica Light"/>
              </a:defRPr>
            </a:lvl1pPr>
            <a:lvl2pPr marL="1037164" indent="-592664" defTabSz="821527">
              <a:lnSpc>
                <a:spcPct val="100000"/>
              </a:lnSpc>
              <a:spcBef>
                <a:spcPts val="5800"/>
              </a:spcBef>
              <a:buSzPct val="75000"/>
              <a:defRPr>
                <a:latin typeface="Helvetica Light"/>
                <a:ea typeface="Helvetica Light"/>
                <a:cs typeface="Helvetica Light"/>
                <a:sym typeface="Helvetica Light"/>
              </a:defRPr>
            </a:lvl2pPr>
            <a:lvl3pPr marL="1481664" indent="-592664" defTabSz="821527">
              <a:lnSpc>
                <a:spcPct val="100000"/>
              </a:lnSpc>
              <a:spcBef>
                <a:spcPts val="5800"/>
              </a:spcBef>
              <a:buSzPct val="75000"/>
              <a:defRPr>
                <a:latin typeface="Helvetica Light"/>
                <a:ea typeface="Helvetica Light"/>
                <a:cs typeface="Helvetica Light"/>
                <a:sym typeface="Helvetica Light"/>
              </a:defRPr>
            </a:lvl3pPr>
            <a:lvl4pPr marL="1926164" indent="-592663" defTabSz="821527">
              <a:lnSpc>
                <a:spcPct val="100000"/>
              </a:lnSpc>
              <a:spcBef>
                <a:spcPts val="5800"/>
              </a:spcBef>
              <a:buSzPct val="75000"/>
              <a:defRPr>
                <a:latin typeface="Helvetica Light"/>
                <a:ea typeface="Helvetica Light"/>
                <a:cs typeface="Helvetica Light"/>
                <a:sym typeface="Helvetica Light"/>
              </a:defRPr>
            </a:lvl4pPr>
            <a:lvl5pPr marL="2370666" indent="-592666" defTabSz="821527">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23"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30" name="Title Text"/>
          <p:cNvSpPr txBox="1"/>
          <p:nvPr>
            <p:ph type="title"/>
          </p:nvPr>
        </p:nvSpPr>
        <p:spPr>
          <a:xfrm>
            <a:off x="4387450" y="625074"/>
            <a:ext cx="15609099" cy="3036100"/>
          </a:xfrm>
          <a:prstGeom prst="rect">
            <a:avLst/>
          </a:prstGeom>
        </p:spPr>
        <p:txBody>
          <a:bodyPr lIns="71433" tIns="71433" rIns="71433" bIns="71433" anchor="ctr"/>
          <a:lstStyle>
            <a:lvl1pPr algn="ctr" defTabSz="821527">
              <a:lnSpc>
                <a:spcPct val="100000"/>
              </a:lnSpc>
              <a:defRPr b="0" spc="0" sz="10800">
                <a:latin typeface="Helvetica Light"/>
                <a:ea typeface="Helvetica Light"/>
                <a:cs typeface="Helvetica Light"/>
                <a:sym typeface="Helvetica Light"/>
              </a:defRPr>
            </a:lvl1pPr>
          </a:lstStyle>
          <a:p>
            <a:pPr/>
            <a:r>
              <a:t>Title Text</a:t>
            </a:r>
          </a:p>
        </p:txBody>
      </p:sp>
      <p:sp>
        <p:nvSpPr>
          <p:cNvPr id="231" name="Body Level One…"/>
          <p:cNvSpPr txBox="1"/>
          <p:nvPr>
            <p:ph type="body" idx="1"/>
          </p:nvPr>
        </p:nvSpPr>
        <p:spPr>
          <a:xfrm>
            <a:off x="4387450" y="3661167"/>
            <a:ext cx="15609099" cy="8840398"/>
          </a:xfrm>
          <a:prstGeom prst="rect">
            <a:avLst/>
          </a:prstGeom>
        </p:spPr>
        <p:txBody>
          <a:bodyPr lIns="71433" tIns="71433" rIns="71433" bIns="71433" anchor="ctr"/>
          <a:lstStyle>
            <a:lvl1pPr marL="543274" indent="-543274" defTabSz="821527">
              <a:lnSpc>
                <a:spcPct val="100000"/>
              </a:lnSpc>
              <a:spcBef>
                <a:spcPts val="5800"/>
              </a:spcBef>
              <a:buSzPct val="75000"/>
              <a:defRPr sz="4400">
                <a:latin typeface="Helvetica Light"/>
                <a:ea typeface="Helvetica Light"/>
                <a:cs typeface="Helvetica Light"/>
                <a:sym typeface="Helvetica Light"/>
              </a:defRPr>
            </a:lvl1pPr>
            <a:lvl2pPr marL="987776" indent="-543276" defTabSz="821527">
              <a:lnSpc>
                <a:spcPct val="100000"/>
              </a:lnSpc>
              <a:spcBef>
                <a:spcPts val="5800"/>
              </a:spcBef>
              <a:buSzPct val="75000"/>
              <a:defRPr sz="4400">
                <a:latin typeface="Helvetica Light"/>
                <a:ea typeface="Helvetica Light"/>
                <a:cs typeface="Helvetica Light"/>
                <a:sym typeface="Helvetica Light"/>
              </a:defRPr>
            </a:lvl2pPr>
            <a:lvl3pPr marL="1432274" indent="-543274" defTabSz="821527">
              <a:lnSpc>
                <a:spcPct val="100000"/>
              </a:lnSpc>
              <a:spcBef>
                <a:spcPts val="5800"/>
              </a:spcBef>
              <a:buSzPct val="75000"/>
              <a:defRPr sz="4400">
                <a:latin typeface="Helvetica Light"/>
                <a:ea typeface="Helvetica Light"/>
                <a:cs typeface="Helvetica Light"/>
                <a:sym typeface="Helvetica Light"/>
              </a:defRPr>
            </a:lvl3pPr>
            <a:lvl4pPr marL="1876774" indent="-543274" defTabSz="821527">
              <a:lnSpc>
                <a:spcPct val="100000"/>
              </a:lnSpc>
              <a:spcBef>
                <a:spcPts val="5800"/>
              </a:spcBef>
              <a:buSzPct val="75000"/>
              <a:defRPr sz="4400">
                <a:latin typeface="Helvetica Light"/>
                <a:ea typeface="Helvetica Light"/>
                <a:cs typeface="Helvetica Light"/>
                <a:sym typeface="Helvetica Light"/>
              </a:defRPr>
            </a:lvl4pPr>
            <a:lvl5pPr marL="2321276" indent="-543276" defTabSz="821527">
              <a:lnSpc>
                <a:spcPct val="100000"/>
              </a:lnSpc>
              <a:spcBef>
                <a:spcPts val="5800"/>
              </a:spcBef>
              <a:buSzPct val="75000"/>
              <a:defRPr sz="44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32" name="Slide Number"/>
          <p:cNvSpPr txBox="1"/>
          <p:nvPr>
            <p:ph type="sldNum" sz="quarter" idx="2"/>
          </p:nvPr>
        </p:nvSpPr>
        <p:spPr>
          <a:xfrm>
            <a:off x="11949939" y="13010554"/>
            <a:ext cx="466261" cy="473069"/>
          </a:xfrm>
          <a:prstGeom prst="rect">
            <a:avLst/>
          </a:prstGeom>
        </p:spPr>
        <p:txBody>
          <a:bodyPr lIns="71433" tIns="71433" rIns="71433" bIns="71433" anchor="t"/>
          <a:lstStyle>
            <a:lvl1pPr defTabSz="821527">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39" name="Title Text"/>
          <p:cNvSpPr txBox="1"/>
          <p:nvPr>
            <p:ph type="title"/>
          </p:nvPr>
        </p:nvSpPr>
        <p:spPr>
          <a:xfrm>
            <a:off x="4387450" y="625075"/>
            <a:ext cx="15609099" cy="3036098"/>
          </a:xfrm>
          <a:prstGeom prst="rect">
            <a:avLst/>
          </a:prstGeom>
        </p:spPr>
        <p:txBody>
          <a:bodyPr lIns="71433" tIns="71433" rIns="71433" bIns="71433" anchor="ctr"/>
          <a:lstStyle>
            <a:lvl1pPr algn="ctr" defTabSz="821527">
              <a:lnSpc>
                <a:spcPct val="100000"/>
              </a:lnSpc>
              <a:defRPr spc="0" sz="11200">
                <a:solidFill>
                  <a:srgbClr val="800000"/>
                </a:solidFill>
              </a:defRPr>
            </a:lvl1pPr>
          </a:lstStyle>
          <a:p>
            <a:pPr/>
            <a:r>
              <a:t>Title Text</a:t>
            </a:r>
          </a:p>
        </p:txBody>
      </p:sp>
      <p:sp>
        <p:nvSpPr>
          <p:cNvPr id="240"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lnSpc>
                <a:spcPct val="100000"/>
              </a:lnSpc>
              <a:spcBef>
                <a:spcPts val="5800"/>
              </a:spcBef>
              <a:buSzPct val="75000"/>
              <a:defRPr>
                <a:latin typeface="Helvetica Light"/>
                <a:ea typeface="Helvetica Light"/>
                <a:cs typeface="Helvetica Light"/>
                <a:sym typeface="Helvetica Light"/>
              </a:defRPr>
            </a:lvl1pPr>
            <a:lvl2pPr marL="1037164" indent="-592664" defTabSz="821527">
              <a:lnSpc>
                <a:spcPct val="100000"/>
              </a:lnSpc>
              <a:spcBef>
                <a:spcPts val="5800"/>
              </a:spcBef>
              <a:buSzPct val="75000"/>
              <a:defRPr>
                <a:latin typeface="Helvetica Light"/>
                <a:ea typeface="Helvetica Light"/>
                <a:cs typeface="Helvetica Light"/>
                <a:sym typeface="Helvetica Light"/>
              </a:defRPr>
            </a:lvl2pPr>
            <a:lvl3pPr marL="1481664" indent="-592664" defTabSz="821527">
              <a:lnSpc>
                <a:spcPct val="100000"/>
              </a:lnSpc>
              <a:spcBef>
                <a:spcPts val="5800"/>
              </a:spcBef>
              <a:buSzPct val="75000"/>
              <a:defRPr>
                <a:latin typeface="Helvetica Light"/>
                <a:ea typeface="Helvetica Light"/>
                <a:cs typeface="Helvetica Light"/>
                <a:sym typeface="Helvetica Light"/>
              </a:defRPr>
            </a:lvl3pPr>
            <a:lvl4pPr marL="1926164" indent="-592663" defTabSz="821527">
              <a:lnSpc>
                <a:spcPct val="100000"/>
              </a:lnSpc>
              <a:spcBef>
                <a:spcPts val="5800"/>
              </a:spcBef>
              <a:buSzPct val="75000"/>
              <a:defRPr>
                <a:latin typeface="Helvetica Light"/>
                <a:ea typeface="Helvetica Light"/>
                <a:cs typeface="Helvetica Light"/>
                <a:sym typeface="Helvetica Light"/>
              </a:defRPr>
            </a:lvl4pPr>
            <a:lvl5pPr marL="2370666" indent="-592666" defTabSz="821527">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41"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48" name="Slide Title"/>
          <p:cNvSpPr txBox="1"/>
          <p:nvPr>
            <p:ph type="title" hasCustomPrompt="1"/>
          </p:nvPr>
        </p:nvSpPr>
        <p:spPr>
          <a:prstGeom prst="rect">
            <a:avLst/>
          </a:prstGeom>
        </p:spPr>
        <p:txBody>
          <a:bodyPr/>
          <a:lstStyle/>
          <a:p>
            <a:pPr/>
            <a:r>
              <a:t>Slide Title</a:t>
            </a:r>
          </a:p>
        </p:txBody>
      </p:sp>
      <p:sp>
        <p:nvSpPr>
          <p:cNvPr id="249"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250"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25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58" name="Slide Title"/>
          <p:cNvSpPr txBox="1"/>
          <p:nvPr>
            <p:ph type="title" hasCustomPrompt="1"/>
          </p:nvPr>
        </p:nvSpPr>
        <p:spPr>
          <a:xfrm>
            <a:off x="3952875" y="2524125"/>
            <a:ext cx="16478250" cy="1074872"/>
          </a:xfrm>
          <a:prstGeom prst="rect">
            <a:avLst/>
          </a:prstGeom>
        </p:spPr>
        <p:txBody>
          <a:bodyPr lIns="38100" tIns="38100" rIns="38100" bIns="38100"/>
          <a:lstStyle>
            <a:lvl1pPr>
              <a:defRPr spc="-168" sz="8400">
                <a:latin typeface="Helvetica Neue"/>
                <a:ea typeface="Helvetica Neue"/>
                <a:cs typeface="Helvetica Neue"/>
                <a:sym typeface="Helvetica Neue"/>
              </a:defRPr>
            </a:lvl1pPr>
          </a:lstStyle>
          <a:p>
            <a:pPr/>
            <a:r>
              <a:t>Slide Title</a:t>
            </a:r>
          </a:p>
        </p:txBody>
      </p:sp>
      <p:sp>
        <p:nvSpPr>
          <p:cNvPr id="259" name="Slide Subtitle"/>
          <p:cNvSpPr txBox="1"/>
          <p:nvPr>
            <p:ph type="body" sz="quarter" idx="21" hasCustomPrompt="1"/>
          </p:nvPr>
        </p:nvSpPr>
        <p:spPr>
          <a:xfrm>
            <a:off x="3952875" y="3494221"/>
            <a:ext cx="16478250" cy="701086"/>
          </a:xfrm>
          <a:prstGeom prst="rect">
            <a:avLst/>
          </a:prstGeom>
        </p:spPr>
        <p:txBody>
          <a:bodyPr lIns="34289" tIns="34289" rIns="34289" bIns="34289"/>
          <a:lstStyle>
            <a:lvl1pPr marL="0" indent="0" defTabSz="668655">
              <a:lnSpc>
                <a:spcPct val="100000"/>
              </a:lnSpc>
              <a:spcBef>
                <a:spcPts val="0"/>
              </a:spcBef>
              <a:buSzTx/>
              <a:buNone/>
              <a:defRPr b="1" sz="4212">
                <a:latin typeface="Helvetica Neue"/>
                <a:ea typeface="Helvetica Neue"/>
                <a:cs typeface="Helvetica Neue"/>
                <a:sym typeface="Helvetica Neue"/>
              </a:defRPr>
            </a:lvl1pPr>
          </a:lstStyle>
          <a:p>
            <a:pPr/>
            <a:r>
              <a:t>Slide Subtitle</a:t>
            </a:r>
          </a:p>
        </p:txBody>
      </p:sp>
      <p:sp>
        <p:nvSpPr>
          <p:cNvPr id="260" name="Body Level One…"/>
          <p:cNvSpPr txBox="1"/>
          <p:nvPr>
            <p:ph type="body" sz="half" idx="1" hasCustomPrompt="1"/>
          </p:nvPr>
        </p:nvSpPr>
        <p:spPr>
          <a:xfrm>
            <a:off x="3952875" y="4900878"/>
            <a:ext cx="16478250" cy="6192009"/>
          </a:xfrm>
          <a:prstGeom prst="rect">
            <a:avLst/>
          </a:prstGeom>
        </p:spPr>
        <p:txBody>
          <a:bodyPr lIns="38100" tIns="38100" rIns="38100" bIns="38100"/>
          <a:lstStyle>
            <a:lvl1pPr>
              <a:defRPr>
                <a:latin typeface="Helvetica Neue"/>
                <a:ea typeface="Helvetica Neue"/>
                <a:cs typeface="Helvetica Neue"/>
                <a:sym typeface="Helvetica Neue"/>
              </a:defRPr>
            </a:lvl1pPr>
            <a:lvl2pPr>
              <a:defRPr>
                <a:latin typeface="Helvetica Neue"/>
                <a:ea typeface="Helvetica Neue"/>
                <a:cs typeface="Helvetica Neue"/>
                <a:sym typeface="Helvetica Neue"/>
              </a:defRPr>
            </a:lvl2pPr>
            <a:lvl3pPr>
              <a:defRPr>
                <a:latin typeface="Helvetica Neue"/>
                <a:ea typeface="Helvetica Neue"/>
                <a:cs typeface="Helvetica Neue"/>
                <a:sym typeface="Helvetica Neue"/>
              </a:defRPr>
            </a:lvl3pPr>
            <a:lvl4pPr>
              <a:defRPr>
                <a:latin typeface="Helvetica Neue"/>
                <a:ea typeface="Helvetica Neue"/>
                <a:cs typeface="Helvetica Neue"/>
                <a:sym typeface="Helvetica Neue"/>
              </a:defRPr>
            </a:lvl4pPr>
            <a:lvl5pPr>
              <a:defRPr>
                <a:latin typeface="Helvetica Neue"/>
                <a:ea typeface="Helvetica Neue"/>
                <a:cs typeface="Helvetica Neue"/>
                <a:sym typeface="Helvetica Neue"/>
              </a:defRPr>
            </a:lvl5pPr>
          </a:lstStyle>
          <a:p>
            <a:pPr/>
            <a:r>
              <a:t>Slide bullet text</a:t>
            </a:r>
          </a:p>
          <a:p>
            <a:pPr lvl="1"/>
            <a:r>
              <a:t/>
            </a:r>
          </a:p>
          <a:p>
            <a:pPr lvl="2"/>
            <a:r>
              <a:t/>
            </a:r>
          </a:p>
          <a:p>
            <a:pPr lvl="3"/>
            <a:r>
              <a:t/>
            </a:r>
          </a:p>
          <a:p>
            <a:pPr lvl="4"/>
            <a:r>
              <a:t/>
            </a:r>
          </a:p>
        </p:txBody>
      </p:sp>
      <p:sp>
        <p:nvSpPr>
          <p:cNvPr id="261" name="Slide Number"/>
          <p:cNvSpPr txBox="1"/>
          <p:nvPr>
            <p:ph type="sldNum" sz="quarter" idx="2"/>
          </p:nvPr>
        </p:nvSpPr>
        <p:spPr>
          <a:xfrm>
            <a:off x="12015761" y="11456999"/>
            <a:ext cx="343105"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268" name="Author and Date"/>
          <p:cNvSpPr txBox="1"/>
          <p:nvPr>
            <p:ph type="body" sz="quarter" idx="21" hasCustomPrompt="1"/>
          </p:nvPr>
        </p:nvSpPr>
        <p:spPr>
          <a:xfrm>
            <a:off x="3949005" y="10609397"/>
            <a:ext cx="16478253" cy="477734"/>
          </a:xfrm>
          <a:prstGeom prst="rect">
            <a:avLst/>
          </a:prstGeom>
        </p:spPr>
        <p:txBody>
          <a:bodyPr lIns="34289" tIns="34289" rIns="34289" bIns="34289"/>
          <a:lstStyle>
            <a:lvl1pPr marL="0" indent="0" defTabSz="643889">
              <a:lnSpc>
                <a:spcPct val="100000"/>
              </a:lnSpc>
              <a:spcBef>
                <a:spcPts val="0"/>
              </a:spcBef>
              <a:buSzTx/>
              <a:buNone/>
              <a:defRPr b="1" sz="2807">
                <a:latin typeface="Helvetica Neue"/>
                <a:ea typeface="Helvetica Neue"/>
                <a:cs typeface="Helvetica Neue"/>
                <a:sym typeface="Helvetica Neue"/>
              </a:defRPr>
            </a:lvl1pPr>
          </a:lstStyle>
          <a:p>
            <a:pPr/>
            <a:r>
              <a:t>Author and Date</a:t>
            </a:r>
          </a:p>
        </p:txBody>
      </p:sp>
      <p:sp>
        <p:nvSpPr>
          <p:cNvPr id="269" name="Presentation Title"/>
          <p:cNvSpPr txBox="1"/>
          <p:nvPr>
            <p:ph type="title" hasCustomPrompt="1"/>
          </p:nvPr>
        </p:nvSpPr>
        <p:spPr>
          <a:xfrm>
            <a:off x="3952872" y="3645743"/>
            <a:ext cx="16478254" cy="3486151"/>
          </a:xfrm>
          <a:prstGeom prst="rect">
            <a:avLst/>
          </a:prstGeom>
        </p:spPr>
        <p:txBody>
          <a:bodyPr lIns="38100" tIns="38100" rIns="38100" bIns="38100" anchor="b"/>
          <a:lstStyle>
            <a:lvl1pPr>
              <a:defRPr spc="-232" sz="11600">
                <a:latin typeface="Helvetica Neue"/>
                <a:ea typeface="Helvetica Neue"/>
                <a:cs typeface="Helvetica Neue"/>
                <a:sym typeface="Helvetica Neue"/>
              </a:defRPr>
            </a:lvl1pPr>
          </a:lstStyle>
          <a:p>
            <a:pPr/>
            <a:r>
              <a:t>Presentation Title</a:t>
            </a:r>
          </a:p>
        </p:txBody>
      </p:sp>
      <p:sp>
        <p:nvSpPr>
          <p:cNvPr id="270" name="Body Level One…"/>
          <p:cNvSpPr txBox="1"/>
          <p:nvPr>
            <p:ph type="body" sz="quarter" idx="1" hasCustomPrompt="1"/>
          </p:nvPr>
        </p:nvSpPr>
        <p:spPr>
          <a:xfrm>
            <a:off x="3949007" y="7131893"/>
            <a:ext cx="16478251" cy="1428751"/>
          </a:xfrm>
          <a:prstGeom prst="rect">
            <a:avLst/>
          </a:prstGeom>
        </p:spPr>
        <p:txBody>
          <a:bodyPr lIns="38100" tIns="38100" rIns="38100" bIns="38100"/>
          <a:lstStyle>
            <a:lvl1pPr marL="0" indent="0" defTabSz="825500">
              <a:lnSpc>
                <a:spcPct val="100000"/>
              </a:lnSpc>
              <a:spcBef>
                <a:spcPts val="0"/>
              </a:spcBef>
              <a:buSzTx/>
              <a:buNone/>
              <a:defRPr b="1" sz="5200">
                <a:latin typeface="Helvetica Neue"/>
                <a:ea typeface="Helvetica Neue"/>
                <a:cs typeface="Helvetica Neue"/>
                <a:sym typeface="Helvetica Neue"/>
              </a:defRPr>
            </a:lvl1pPr>
            <a:lvl2pPr marL="0" indent="457200" defTabSz="825500">
              <a:lnSpc>
                <a:spcPct val="100000"/>
              </a:lnSpc>
              <a:spcBef>
                <a:spcPts val="0"/>
              </a:spcBef>
              <a:buSzTx/>
              <a:buNone/>
              <a:defRPr b="1" sz="5200">
                <a:latin typeface="Helvetica Neue"/>
                <a:ea typeface="Helvetica Neue"/>
                <a:cs typeface="Helvetica Neue"/>
                <a:sym typeface="Helvetica Neue"/>
              </a:defRPr>
            </a:lvl2pPr>
            <a:lvl3pPr marL="0" indent="914400" defTabSz="825500">
              <a:lnSpc>
                <a:spcPct val="100000"/>
              </a:lnSpc>
              <a:spcBef>
                <a:spcPts val="0"/>
              </a:spcBef>
              <a:buSzTx/>
              <a:buNone/>
              <a:defRPr b="1" sz="5200">
                <a:latin typeface="Helvetica Neue"/>
                <a:ea typeface="Helvetica Neue"/>
                <a:cs typeface="Helvetica Neue"/>
                <a:sym typeface="Helvetica Neue"/>
              </a:defRPr>
            </a:lvl3pPr>
            <a:lvl4pPr marL="0" indent="1371600" defTabSz="825500">
              <a:lnSpc>
                <a:spcPct val="100000"/>
              </a:lnSpc>
              <a:spcBef>
                <a:spcPts val="0"/>
              </a:spcBef>
              <a:buSzTx/>
              <a:buNone/>
              <a:defRPr b="1" sz="5200">
                <a:latin typeface="Helvetica Neue"/>
                <a:ea typeface="Helvetica Neue"/>
                <a:cs typeface="Helvetica Neue"/>
                <a:sym typeface="Helvetica Neue"/>
              </a:defRPr>
            </a:lvl4pPr>
            <a:lvl5pPr marL="0" indent="1828800" defTabSz="825500">
              <a:lnSpc>
                <a:spcPct val="100000"/>
              </a:lnSpc>
              <a:spcBef>
                <a:spcPts val="0"/>
              </a:spcBef>
              <a:buSzTx/>
              <a:buNone/>
              <a:defRPr b="1" sz="5200">
                <a:latin typeface="Helvetica Neue"/>
                <a:ea typeface="Helvetica Neue"/>
                <a:cs typeface="Helvetica Neue"/>
                <a:sym typeface="Helvetica Neue"/>
              </a:defRPr>
            </a:lvl5pPr>
          </a:lstStyle>
          <a:p>
            <a:pPr/>
            <a:r>
              <a:t>Presentation Subtitle</a:t>
            </a:r>
          </a:p>
          <a:p>
            <a:pPr lvl="1"/>
            <a:r>
              <a:t/>
            </a:r>
          </a:p>
          <a:p>
            <a:pPr lvl="2"/>
            <a:r>
              <a:t/>
            </a:r>
          </a:p>
          <a:p>
            <a:pPr lvl="3"/>
            <a:r>
              <a:t/>
            </a:r>
          </a:p>
          <a:p>
            <a:pPr lvl="4"/>
            <a:r>
              <a:t/>
            </a:r>
          </a:p>
        </p:txBody>
      </p:sp>
      <p:sp>
        <p:nvSpPr>
          <p:cNvPr id="271" name="Slide Number"/>
          <p:cNvSpPr txBox="1"/>
          <p:nvPr>
            <p:ph type="sldNum" sz="quarter" idx="2"/>
          </p:nvPr>
        </p:nvSpPr>
        <p:spPr>
          <a:xfrm>
            <a:off x="12015761" y="11456999"/>
            <a:ext cx="343105"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78" name="Title Text"/>
          <p:cNvSpPr txBox="1"/>
          <p:nvPr>
            <p:ph type="title"/>
          </p:nvPr>
        </p:nvSpPr>
        <p:spPr>
          <a:xfrm>
            <a:off x="4387450" y="625074"/>
            <a:ext cx="15609100" cy="3036100"/>
          </a:xfrm>
          <a:prstGeom prst="rect">
            <a:avLst/>
          </a:prstGeom>
        </p:spPr>
        <p:txBody>
          <a:bodyPr lIns="71432" tIns="71432" rIns="71432" bIns="71432" anchor="ctr"/>
          <a:lstStyle>
            <a:lvl1pPr algn="ctr" defTabSz="914400">
              <a:lnSpc>
                <a:spcPct val="100000"/>
              </a:lnSpc>
              <a:defRPr spc="0" sz="16000">
                <a:solidFill>
                  <a:srgbClr val="800000"/>
                </a:solidFill>
                <a:uFill>
                  <a:solidFill>
                    <a:srgbClr val="000000"/>
                  </a:solidFill>
                </a:uFill>
              </a:defRPr>
            </a:lvl1pPr>
          </a:lstStyle>
          <a:p>
            <a:pPr/>
            <a:r>
              <a:t>Title Text</a:t>
            </a:r>
          </a:p>
        </p:txBody>
      </p:sp>
      <p:sp>
        <p:nvSpPr>
          <p:cNvPr id="279" name="Body Level One…"/>
          <p:cNvSpPr txBox="1"/>
          <p:nvPr>
            <p:ph type="body" idx="1"/>
          </p:nvPr>
        </p:nvSpPr>
        <p:spPr>
          <a:xfrm>
            <a:off x="4387450" y="3661166"/>
            <a:ext cx="15609100" cy="8840400"/>
          </a:xfrm>
          <a:prstGeom prst="rect">
            <a:avLst/>
          </a:prstGeom>
        </p:spPr>
        <p:txBody>
          <a:bodyPr lIns="71432" tIns="71432" rIns="71432" bIns="71432" anchor="ctr"/>
          <a:lstStyle>
            <a:lvl1pPr marL="592666" indent="-592666" defTabSz="821526">
              <a:lnSpc>
                <a:spcPct val="100000"/>
              </a:lnSpc>
              <a:spcBef>
                <a:spcPts val="5800"/>
              </a:spcBef>
              <a:buSzPct val="75000"/>
              <a:defRPr>
                <a:latin typeface="Helvetica Light"/>
                <a:ea typeface="Helvetica Light"/>
                <a:cs typeface="Helvetica Light"/>
                <a:sym typeface="Helvetica Light"/>
              </a:defRPr>
            </a:lvl1pPr>
            <a:lvl2pPr marL="1037164" indent="-592664" defTabSz="821526">
              <a:lnSpc>
                <a:spcPct val="100000"/>
              </a:lnSpc>
              <a:spcBef>
                <a:spcPts val="5800"/>
              </a:spcBef>
              <a:buSzPct val="75000"/>
              <a:defRPr>
                <a:latin typeface="Helvetica Light"/>
                <a:ea typeface="Helvetica Light"/>
                <a:cs typeface="Helvetica Light"/>
                <a:sym typeface="Helvetica Light"/>
              </a:defRPr>
            </a:lvl2pPr>
            <a:lvl3pPr marL="1481664" indent="-592664" defTabSz="821526">
              <a:lnSpc>
                <a:spcPct val="100000"/>
              </a:lnSpc>
              <a:spcBef>
                <a:spcPts val="5800"/>
              </a:spcBef>
              <a:buSzPct val="75000"/>
              <a:defRPr>
                <a:latin typeface="Helvetica Light"/>
                <a:ea typeface="Helvetica Light"/>
                <a:cs typeface="Helvetica Light"/>
                <a:sym typeface="Helvetica Light"/>
              </a:defRPr>
            </a:lvl3pPr>
            <a:lvl4pPr marL="1926164" indent="-592663" defTabSz="821526">
              <a:lnSpc>
                <a:spcPct val="100000"/>
              </a:lnSpc>
              <a:spcBef>
                <a:spcPts val="5800"/>
              </a:spcBef>
              <a:buSzPct val="75000"/>
              <a:defRPr>
                <a:latin typeface="Helvetica Light"/>
                <a:ea typeface="Helvetica Light"/>
                <a:cs typeface="Helvetica Light"/>
                <a:sym typeface="Helvetica Light"/>
              </a:defRPr>
            </a:lvl4pPr>
            <a:lvl5pPr marL="2370666" indent="-592666" defTabSz="821526">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80" name="Slide Number"/>
          <p:cNvSpPr txBox="1"/>
          <p:nvPr>
            <p:ph type="sldNum" sz="quarter" idx="2"/>
          </p:nvPr>
        </p:nvSpPr>
        <p:spPr>
          <a:xfrm>
            <a:off x="11935818" y="13010554"/>
            <a:ext cx="494503" cy="511165"/>
          </a:xfrm>
          <a:prstGeom prst="rect">
            <a:avLst/>
          </a:prstGeom>
        </p:spPr>
        <p:txBody>
          <a:bodyPr lIns="71432" tIns="71432" rIns="71432" bIns="71432" anchor="t"/>
          <a:lstStyle>
            <a:lvl1pPr defTabSz="821526">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87" name="Slide Title"/>
          <p:cNvSpPr txBox="1"/>
          <p:nvPr>
            <p:ph type="title" hasCustomPrompt="1"/>
          </p:nvPr>
        </p:nvSpPr>
        <p:spPr>
          <a:xfrm>
            <a:off x="3952874" y="2524124"/>
            <a:ext cx="16478252" cy="1074875"/>
          </a:xfrm>
          <a:prstGeom prst="rect">
            <a:avLst/>
          </a:prstGeom>
        </p:spPr>
        <p:txBody>
          <a:bodyPr lIns="38100" tIns="38100" rIns="38100" bIns="38100"/>
          <a:lstStyle>
            <a:lvl1pPr defTabSz="2438337">
              <a:defRPr spc="-168" sz="8400">
                <a:latin typeface="Helvetica Neue"/>
                <a:ea typeface="Helvetica Neue"/>
                <a:cs typeface="Helvetica Neue"/>
                <a:sym typeface="Helvetica Neue"/>
              </a:defRPr>
            </a:lvl1pPr>
          </a:lstStyle>
          <a:p>
            <a:pPr/>
            <a:r>
              <a:t>Slide Title</a:t>
            </a:r>
          </a:p>
        </p:txBody>
      </p:sp>
      <p:sp>
        <p:nvSpPr>
          <p:cNvPr id="288" name="Body Level One…"/>
          <p:cNvSpPr txBox="1"/>
          <p:nvPr>
            <p:ph type="body" sz="quarter" idx="1" hasCustomPrompt="1"/>
          </p:nvPr>
        </p:nvSpPr>
        <p:spPr>
          <a:xfrm>
            <a:off x="3952874" y="3494221"/>
            <a:ext cx="16478252" cy="701087"/>
          </a:xfrm>
          <a:prstGeom prst="rect">
            <a:avLst/>
          </a:prstGeom>
        </p:spPr>
        <p:txBody>
          <a:bodyPr lIns="34287" tIns="34287" rIns="34287" bIns="34287"/>
          <a:lstStyle>
            <a:lvl1pPr marL="0" indent="0" defTabSz="660400">
              <a:lnSpc>
                <a:spcPct val="100000"/>
              </a:lnSpc>
              <a:spcBef>
                <a:spcPts val="0"/>
              </a:spcBef>
              <a:buSzTx/>
              <a:buNone/>
              <a:defRPr b="1" sz="4000">
                <a:latin typeface="Helvetica Neue"/>
                <a:ea typeface="Helvetica Neue"/>
                <a:cs typeface="Helvetica Neue"/>
                <a:sym typeface="Helvetica Neue"/>
              </a:defRPr>
            </a:lvl1pPr>
            <a:lvl2pPr marL="938386" indent="-493886" defTabSz="660400">
              <a:lnSpc>
                <a:spcPct val="100000"/>
              </a:lnSpc>
              <a:spcBef>
                <a:spcPts val="0"/>
              </a:spcBef>
              <a:buSzPct val="75000"/>
              <a:defRPr b="1" sz="4000">
                <a:latin typeface="Helvetica Neue"/>
                <a:ea typeface="Helvetica Neue"/>
                <a:cs typeface="Helvetica Neue"/>
                <a:sym typeface="Helvetica Neue"/>
              </a:defRPr>
            </a:lvl2pPr>
            <a:lvl3pPr marL="1382886" indent="-493886" defTabSz="660400">
              <a:lnSpc>
                <a:spcPct val="100000"/>
              </a:lnSpc>
              <a:spcBef>
                <a:spcPts val="0"/>
              </a:spcBef>
              <a:buSzPct val="75000"/>
              <a:defRPr b="1" sz="4000">
                <a:latin typeface="Helvetica Neue"/>
                <a:ea typeface="Helvetica Neue"/>
                <a:cs typeface="Helvetica Neue"/>
                <a:sym typeface="Helvetica Neue"/>
              </a:defRPr>
            </a:lvl3pPr>
            <a:lvl4pPr marL="1827387" indent="-493886" defTabSz="660400">
              <a:lnSpc>
                <a:spcPct val="100000"/>
              </a:lnSpc>
              <a:spcBef>
                <a:spcPts val="0"/>
              </a:spcBef>
              <a:buSzPct val="75000"/>
              <a:defRPr b="1" sz="4000">
                <a:latin typeface="Helvetica Neue"/>
                <a:ea typeface="Helvetica Neue"/>
                <a:cs typeface="Helvetica Neue"/>
                <a:sym typeface="Helvetica Neue"/>
              </a:defRPr>
            </a:lvl4pPr>
            <a:lvl5pPr marL="2271888" indent="-493888" defTabSz="660400">
              <a:lnSpc>
                <a:spcPct val="100000"/>
              </a:lnSpc>
              <a:spcBef>
                <a:spcPts val="0"/>
              </a:spcBef>
              <a:buSzPct val="75000"/>
              <a:defRPr b="1" sz="4000">
                <a:latin typeface="Helvetica Neue"/>
                <a:ea typeface="Helvetica Neue"/>
                <a:cs typeface="Helvetica Neue"/>
                <a:sym typeface="Helvetica Neue"/>
              </a:defRPr>
            </a:lvl5pPr>
          </a:lstStyle>
          <a:p>
            <a:pPr/>
            <a:r>
              <a:t>Slide Subtitle</a:t>
            </a:r>
          </a:p>
          <a:p>
            <a:pPr lvl="1"/>
            <a:r>
              <a:t/>
            </a:r>
          </a:p>
          <a:p>
            <a:pPr lvl="2"/>
            <a:r>
              <a:t/>
            </a:r>
          </a:p>
          <a:p>
            <a:pPr lvl="3"/>
            <a:r>
              <a:t/>
            </a:r>
          </a:p>
          <a:p>
            <a:pPr lvl="4"/>
            <a:r>
              <a:t/>
            </a:r>
          </a:p>
        </p:txBody>
      </p:sp>
      <p:sp>
        <p:nvSpPr>
          <p:cNvPr id="289" name="Body Level One…"/>
          <p:cNvSpPr txBox="1"/>
          <p:nvPr>
            <p:ph type="body" sz="half" idx="21" hasCustomPrompt="1"/>
          </p:nvPr>
        </p:nvSpPr>
        <p:spPr>
          <a:xfrm>
            <a:off x="3952874" y="4900877"/>
            <a:ext cx="16478252" cy="6192012"/>
          </a:xfrm>
          <a:prstGeom prst="rect">
            <a:avLst/>
          </a:prstGeom>
        </p:spPr>
        <p:txBody>
          <a:bodyPr lIns="38100" tIns="38100" rIns="38100" bIns="38100"/>
          <a:lstStyle>
            <a:lvl1pPr defTabSz="2438337">
              <a:spcBef>
                <a:spcPts val="4400"/>
              </a:spcBef>
              <a:defRPr>
                <a:latin typeface="Helvetica Neue"/>
                <a:ea typeface="Helvetica Neue"/>
                <a:cs typeface="Helvetica Neue"/>
                <a:sym typeface="Helvetica Neue"/>
              </a:defRPr>
            </a:lvl1pPr>
          </a:lstStyle>
          <a:p>
            <a:pPr/>
            <a:r>
              <a:t>Slide bullet text</a:t>
            </a:r>
          </a:p>
        </p:txBody>
      </p:sp>
      <p:sp>
        <p:nvSpPr>
          <p:cNvPr id="290" name="Slide Number"/>
          <p:cNvSpPr txBox="1"/>
          <p:nvPr>
            <p:ph type="sldNum" sz="quarter" idx="2"/>
          </p:nvPr>
        </p:nvSpPr>
        <p:spPr>
          <a:xfrm>
            <a:off x="12015762" y="11457001"/>
            <a:ext cx="343104"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297" name="Body Level One…"/>
          <p:cNvSpPr txBox="1"/>
          <p:nvPr>
            <p:ph type="body" sz="quarter" idx="1" hasCustomPrompt="1"/>
          </p:nvPr>
        </p:nvSpPr>
        <p:spPr>
          <a:xfrm>
            <a:off x="3949003" y="10609395"/>
            <a:ext cx="16478256" cy="477737"/>
          </a:xfrm>
          <a:prstGeom prst="rect">
            <a:avLst/>
          </a:prstGeom>
        </p:spPr>
        <p:txBody>
          <a:bodyPr lIns="34287" tIns="34287" rIns="34287" bIns="34287"/>
          <a:lstStyle>
            <a:lvl1pPr marL="0" indent="0" defTabSz="676908">
              <a:lnSpc>
                <a:spcPct val="100000"/>
              </a:lnSpc>
              <a:spcBef>
                <a:spcPts val="0"/>
              </a:spcBef>
              <a:buSzTx/>
              <a:buNone/>
              <a:defRPr b="1" sz="2800">
                <a:latin typeface="Helvetica Neue"/>
                <a:ea typeface="Helvetica Neue"/>
                <a:cs typeface="Helvetica Neue"/>
                <a:sym typeface="Helvetica Neue"/>
              </a:defRPr>
            </a:lvl1pPr>
            <a:lvl2pPr marL="790220" indent="-345720" defTabSz="676908">
              <a:lnSpc>
                <a:spcPct val="100000"/>
              </a:lnSpc>
              <a:spcBef>
                <a:spcPts val="0"/>
              </a:spcBef>
              <a:buSzPct val="75000"/>
              <a:defRPr b="1" sz="2800">
                <a:latin typeface="Helvetica Neue"/>
                <a:ea typeface="Helvetica Neue"/>
                <a:cs typeface="Helvetica Neue"/>
                <a:sym typeface="Helvetica Neue"/>
              </a:defRPr>
            </a:lvl2pPr>
            <a:lvl3pPr marL="1234720" indent="-345720" defTabSz="676908">
              <a:lnSpc>
                <a:spcPct val="100000"/>
              </a:lnSpc>
              <a:spcBef>
                <a:spcPts val="0"/>
              </a:spcBef>
              <a:buSzPct val="75000"/>
              <a:defRPr b="1" sz="2800">
                <a:latin typeface="Helvetica Neue"/>
                <a:ea typeface="Helvetica Neue"/>
                <a:cs typeface="Helvetica Neue"/>
                <a:sym typeface="Helvetica Neue"/>
              </a:defRPr>
            </a:lvl3pPr>
            <a:lvl4pPr marL="1679221" indent="-345720" defTabSz="676908">
              <a:lnSpc>
                <a:spcPct val="100000"/>
              </a:lnSpc>
              <a:spcBef>
                <a:spcPts val="0"/>
              </a:spcBef>
              <a:buSzPct val="75000"/>
              <a:defRPr b="1" sz="2800">
                <a:latin typeface="Helvetica Neue"/>
                <a:ea typeface="Helvetica Neue"/>
                <a:cs typeface="Helvetica Neue"/>
                <a:sym typeface="Helvetica Neue"/>
              </a:defRPr>
            </a:lvl4pPr>
            <a:lvl5pPr marL="2123721" indent="-345721" defTabSz="676908">
              <a:lnSpc>
                <a:spcPct val="100000"/>
              </a:lnSpc>
              <a:spcBef>
                <a:spcPts val="0"/>
              </a:spcBef>
              <a:buSzPct val="75000"/>
              <a:defRPr b="1" sz="2800">
                <a:latin typeface="Helvetica Neue"/>
                <a:ea typeface="Helvetica Neue"/>
                <a:cs typeface="Helvetica Neue"/>
                <a:sym typeface="Helvetica Neue"/>
              </a:defRPr>
            </a:lvl5pPr>
          </a:lstStyle>
          <a:p>
            <a:pPr/>
            <a:r>
              <a:t>Author and Date</a:t>
            </a:r>
          </a:p>
          <a:p>
            <a:pPr lvl="1"/>
            <a:r>
              <a:t/>
            </a:r>
          </a:p>
          <a:p>
            <a:pPr lvl="2"/>
            <a:r>
              <a:t/>
            </a:r>
          </a:p>
          <a:p>
            <a:pPr lvl="3"/>
            <a:r>
              <a:t/>
            </a:r>
          </a:p>
          <a:p>
            <a:pPr lvl="4"/>
            <a:r>
              <a:t/>
            </a:r>
          </a:p>
        </p:txBody>
      </p:sp>
      <p:sp>
        <p:nvSpPr>
          <p:cNvPr id="298" name="Presentation Title"/>
          <p:cNvSpPr txBox="1"/>
          <p:nvPr>
            <p:ph type="title" hasCustomPrompt="1"/>
          </p:nvPr>
        </p:nvSpPr>
        <p:spPr>
          <a:xfrm>
            <a:off x="3952871" y="3645741"/>
            <a:ext cx="16478256" cy="3486153"/>
          </a:xfrm>
          <a:prstGeom prst="rect">
            <a:avLst/>
          </a:prstGeom>
        </p:spPr>
        <p:txBody>
          <a:bodyPr lIns="38100" tIns="38100" rIns="38100" bIns="38100" anchor="b"/>
          <a:lstStyle>
            <a:lvl1pPr defTabSz="2438337">
              <a:defRPr spc="-232" sz="11600">
                <a:latin typeface="Helvetica Neue"/>
                <a:ea typeface="Helvetica Neue"/>
                <a:cs typeface="Helvetica Neue"/>
                <a:sym typeface="Helvetica Neue"/>
              </a:defRPr>
            </a:lvl1pPr>
          </a:lstStyle>
          <a:p>
            <a:pPr/>
            <a:r>
              <a:t>Presentation Title</a:t>
            </a:r>
          </a:p>
        </p:txBody>
      </p:sp>
      <p:sp>
        <p:nvSpPr>
          <p:cNvPr id="299" name="Body Level One…"/>
          <p:cNvSpPr txBox="1"/>
          <p:nvPr>
            <p:ph type="body" sz="quarter" idx="21" hasCustomPrompt="1"/>
          </p:nvPr>
        </p:nvSpPr>
        <p:spPr>
          <a:xfrm>
            <a:off x="3949006" y="7131891"/>
            <a:ext cx="16478252" cy="1428753"/>
          </a:xfrm>
          <a:prstGeom prst="rect">
            <a:avLst/>
          </a:prstGeom>
        </p:spPr>
        <p:txBody>
          <a:bodyPr lIns="38100" tIns="38100" rIns="38100" bIns="38100"/>
          <a:lstStyle>
            <a:lvl1pPr marL="0" indent="0" defTabSz="825500">
              <a:lnSpc>
                <a:spcPct val="100000"/>
              </a:lnSpc>
              <a:spcBef>
                <a:spcPts val="0"/>
              </a:spcBef>
              <a:buSzTx/>
              <a:buNone/>
              <a:defRPr b="1" sz="5200">
                <a:latin typeface="Helvetica Neue"/>
                <a:ea typeface="Helvetica Neue"/>
                <a:cs typeface="Helvetica Neue"/>
                <a:sym typeface="Helvetica Neue"/>
              </a:defRPr>
            </a:lvl1pPr>
          </a:lstStyle>
          <a:p>
            <a:pPr/>
            <a:r>
              <a:t>Presentation Subtitle</a:t>
            </a:r>
          </a:p>
        </p:txBody>
      </p:sp>
      <p:sp>
        <p:nvSpPr>
          <p:cNvPr id="300" name="Slide Number"/>
          <p:cNvSpPr txBox="1"/>
          <p:nvPr>
            <p:ph type="sldNum" sz="quarter" idx="2"/>
          </p:nvPr>
        </p:nvSpPr>
        <p:spPr>
          <a:xfrm>
            <a:off x="12015762" y="11457001"/>
            <a:ext cx="343104"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65" y="13074598"/>
            <a:ext cx="368573" cy="381001"/>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berkeley.zoom.us/j/97240285431?pwd=VldmeGdtNmR6eklqSGUwMGgza3hIUT09" TargetMode="External"/><Relationship Id="rId4" Type="http://schemas.openxmlformats.org/officeDocument/2006/relationships/hyperlink" Target="http://www.jstor.org/stable/pdfplus/25098896.pdf" TargetMode="External"/><Relationship Id="rId5" Type="http://schemas.openxmlformats.org/officeDocument/2006/relationships/hyperlink" Target="http://papers.nber.org/papers/h0066" TargetMode="External"/><Relationship Id="rId6" Type="http://schemas.openxmlformats.org/officeDocument/2006/relationships/hyperlink" Target="https://economics.mit.edu/files/4123" TargetMode="External"/><Relationship Id="rId7" Type="http://schemas.openxmlformats.org/officeDocument/2006/relationships/hyperlink" Target="http://www.marxists.org/archive/marx/works/1848/communist-manifesto/"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09" name="delong-this-is-fine.png" descr="delong-this-is-fine.png"/>
          <p:cNvPicPr>
            <a:picLocks noChangeAspect="1"/>
          </p:cNvPicPr>
          <p:nvPr/>
        </p:nvPicPr>
        <p:blipFill>
          <a:blip r:embed="rId2">
            <a:alphaModFix amt="24792"/>
            <a:extLst/>
          </a:blip>
          <a:srcRect l="0" t="0" r="1203" b="0"/>
          <a:stretch>
            <a:fillRect/>
          </a:stretch>
        </p:blipFill>
        <p:spPr>
          <a:xfrm>
            <a:off x="0" y="-3183"/>
            <a:ext cx="24384001" cy="13722366"/>
          </a:xfrm>
          <a:prstGeom prst="rect">
            <a:avLst/>
          </a:prstGeom>
          <a:ln w="12700">
            <a:miter lim="400000"/>
          </a:ln>
        </p:spPr>
      </p:pic>
      <p:sp>
        <p:nvSpPr>
          <p:cNvPr id="310" name="Background for Next Time: April 14. Antifreedom: On the Impact on Long-Run Growth of Short-Run Constraint &amp; Extraction"/>
          <p:cNvSpPr txBox="1"/>
          <p:nvPr>
            <p:ph type="title"/>
          </p:nvPr>
        </p:nvSpPr>
        <p:spPr>
          <a:xfrm>
            <a:off x="381000" y="-1"/>
            <a:ext cx="23622000" cy="1905001"/>
          </a:xfrm>
          <a:prstGeom prst="rect">
            <a:avLst/>
          </a:prstGeom>
        </p:spPr>
        <p:txBody>
          <a:bodyPr lIns="34289" tIns="34289" rIns="34289" bIns="34289" anchor="ctr"/>
          <a:lstStyle>
            <a:lvl1pPr algn="ctr" defTabSz="274320">
              <a:lnSpc>
                <a:spcPct val="100000"/>
              </a:lnSpc>
              <a:defRPr spc="0" sz="6000">
                <a:solidFill>
                  <a:srgbClr val="800000"/>
                </a:solidFill>
                <a:uFill>
                  <a:solidFill>
                    <a:srgbClr val="000000"/>
                  </a:solidFill>
                </a:uFill>
              </a:defRPr>
            </a:lvl1pPr>
          </a:lstStyle>
          <a:p>
            <a:pPr/>
            <a:r>
              <a:t>Background for Next Time: April 14. Antifreedom: On the Impact on Long-Run Growth of Short-Run Constraint &amp; Extraction</a:t>
            </a:r>
          </a:p>
        </p:txBody>
      </p:sp>
      <p:sp>
        <p:nvSpPr>
          <p:cNvPr id="311" name="Zoom Room:…"/>
          <p:cNvSpPr txBox="1"/>
          <p:nvPr>
            <p:ph type="body" sz="half" idx="1"/>
          </p:nvPr>
        </p:nvSpPr>
        <p:spPr>
          <a:xfrm>
            <a:off x="381000" y="1905000"/>
            <a:ext cx="7620000" cy="11430000"/>
          </a:xfrm>
          <a:prstGeom prst="rect">
            <a:avLst/>
          </a:prstGeom>
        </p:spPr>
        <p:txBody>
          <a:bodyPr lIns="91436" tIns="91436" rIns="91436" bIns="91436">
            <a:noAutofit/>
          </a:bodyPr>
          <a:lstStyle/>
          <a:p>
            <a:pPr marL="0" indent="0" defTabSz="821529">
              <a:lnSpc>
                <a:spcPct val="100000"/>
              </a:lnSpc>
              <a:spcBef>
                <a:spcPts val="0"/>
              </a:spcBef>
              <a:buSzTx/>
              <a:buNone/>
              <a:defRPr b="1" sz="3200">
                <a:solidFill>
                  <a:srgbClr val="808080"/>
                </a:solidFill>
              </a:defRPr>
            </a:pPr>
            <a:r>
              <a:t>Zoom Room:</a:t>
            </a:r>
          </a:p>
          <a:p>
            <a:pPr marL="0" indent="0" defTabSz="914400">
              <a:lnSpc>
                <a:spcPct val="100000"/>
              </a:lnSpc>
              <a:spcBef>
                <a:spcPts val="0"/>
              </a:spcBef>
              <a:buSzTx/>
              <a:buNone/>
              <a:defRPr sz="2400">
                <a:uFill>
                  <a:solidFill>
                    <a:srgbClr val="000000"/>
                  </a:solidFill>
                </a:uFill>
              </a:defRPr>
            </a:pPr>
            <a:r>
              <a:t>&lt;</a:t>
            </a:r>
            <a:r>
              <a:rPr u="sng">
                <a:hlinkClick r:id="rId3" invalidUrl="" action="" tgtFrame="" tooltip="" history="1" highlightClick="0" endSnd="0"/>
              </a:rPr>
              <a:t>https://berkeley.zoom.us/j/97240285431?pwd=VldmeGdtNmR6eklqSGUwMGgza3hIUT09</a:t>
            </a:r>
            <a:r>
              <a:t>&gt;</a:t>
            </a:r>
          </a:p>
          <a:p>
            <a:pPr marL="0" indent="0" defTabSz="914400">
              <a:lnSpc>
                <a:spcPct val="100000"/>
              </a:lnSpc>
              <a:spcBef>
                <a:spcPts val="0"/>
              </a:spcBef>
              <a:buSzTx/>
              <a:buNone/>
              <a:defRPr sz="2400">
                <a:uFill>
                  <a:solidFill>
                    <a:srgbClr val="000000"/>
                  </a:solidFill>
                </a:uFill>
              </a:defRPr>
            </a:pPr>
          </a:p>
          <a:p>
            <a:pPr marL="0" indent="0" defTabSz="914400">
              <a:lnSpc>
                <a:spcPct val="100000"/>
              </a:lnSpc>
              <a:spcBef>
                <a:spcPts val="0"/>
              </a:spcBef>
              <a:buSzTx/>
              <a:buNone/>
              <a:defRPr sz="2400">
                <a:uFill>
                  <a:solidFill>
                    <a:srgbClr val="000000"/>
                  </a:solidFill>
                </a:uFill>
              </a:defRPr>
            </a:pPr>
          </a:p>
          <a:p>
            <a:pPr marL="0" indent="0" defTabSz="821529">
              <a:lnSpc>
                <a:spcPct val="100000"/>
              </a:lnSpc>
              <a:spcBef>
                <a:spcPts val="0"/>
              </a:spcBef>
              <a:buSzTx/>
              <a:buNone/>
              <a:defRPr b="1" sz="3200">
                <a:solidFill>
                  <a:srgbClr val="808080"/>
                </a:solidFill>
              </a:defRPr>
            </a:pPr>
            <a:r>
              <a:t>Readings:</a:t>
            </a:r>
          </a:p>
          <a:p>
            <a:pPr marL="0" indent="0" defTabSz="457200">
              <a:lnSpc>
                <a:spcPct val="100000"/>
              </a:lnSpc>
              <a:spcBef>
                <a:spcPts val="0"/>
              </a:spcBef>
              <a:buSzTx/>
              <a:buNone/>
              <a:defRPr sz="2400">
                <a:uFill>
                  <a:solidFill>
                    <a:srgbClr val="000000"/>
                  </a:solidFill>
                </a:uFill>
                <a:latin typeface="Times New Roman"/>
                <a:ea typeface="Times New Roman"/>
                <a:cs typeface="Times New Roman"/>
                <a:sym typeface="Times New Roman"/>
              </a:defRPr>
            </a:pPr>
            <a:r>
              <a:rPr b="1"/>
              <a:t>Nathan Nunn</a:t>
            </a:r>
            <a:r>
              <a:t> (2008): </a:t>
            </a:r>
            <a:r>
              <a:rPr i="1"/>
              <a:t>The Long-Term Effects of Africa’s Slave Trades</a:t>
            </a:r>
            <a:r>
              <a:t> &lt;</a:t>
            </a:r>
            <a:r>
              <a:rPr u="sng">
                <a:uFill>
                  <a:solidFill>
                    <a:srgbClr val="0000FF"/>
                  </a:solidFill>
                </a:uFill>
                <a:hlinkClick r:id="rId4" invalidUrl="" action="" tgtFrame="" tooltip="" history="1" highlightClick="0" endSnd="0"/>
              </a:rPr>
              <a:t>http://www.jstor.org/stable/pdfplus/25098896.pdf</a:t>
            </a:r>
            <a:r>
              <a:rPr u="sng">
                <a:uFill>
                  <a:solidFill>
                    <a:srgbClr val="0000FF"/>
                  </a:solidFill>
                </a:uFill>
              </a:rPr>
              <a:t>&gt;</a:t>
            </a:r>
            <a:endParaRPr u="sng">
              <a:uFill>
                <a:solidFill>
                  <a:srgbClr val="0000FF"/>
                </a:solidFill>
              </a:uFill>
            </a:endParaRPr>
          </a:p>
          <a:p>
            <a:pPr marL="0" indent="0" defTabSz="457200">
              <a:lnSpc>
                <a:spcPct val="100000"/>
              </a:lnSpc>
              <a:spcBef>
                <a:spcPts val="0"/>
              </a:spcBef>
              <a:buSzTx/>
              <a:buNone/>
              <a:defRPr sz="2400">
                <a:uFill>
                  <a:solidFill>
                    <a:srgbClr val="000000"/>
                  </a:solidFill>
                </a:uFill>
                <a:latin typeface="Times New Roman"/>
                <a:ea typeface="Times New Roman"/>
                <a:cs typeface="Times New Roman"/>
                <a:sym typeface="Times New Roman"/>
              </a:defRPr>
            </a:pPr>
            <a:endParaRPr u="sng">
              <a:uFill>
                <a:solidFill>
                  <a:srgbClr val="0000FF"/>
                </a:solidFill>
              </a:uFill>
            </a:endParaRPr>
          </a:p>
          <a:p>
            <a:pPr marL="0" indent="0" defTabSz="457200">
              <a:lnSpc>
                <a:spcPct val="100000"/>
              </a:lnSpc>
              <a:spcBef>
                <a:spcPts val="0"/>
              </a:spcBef>
              <a:buSzTx/>
              <a:buNone/>
              <a:defRPr sz="2400">
                <a:uFill>
                  <a:solidFill>
                    <a:srgbClr val="000000"/>
                  </a:solidFill>
                </a:uFill>
                <a:latin typeface="Times New Roman"/>
                <a:ea typeface="Times New Roman"/>
                <a:cs typeface="Times New Roman"/>
                <a:sym typeface="Times New Roman"/>
              </a:defRPr>
            </a:pPr>
            <a:r>
              <a:rPr b="1"/>
              <a:t>Stanley Engerman &amp; Kenneth Sokoloff </a:t>
            </a:r>
            <a:r>
              <a:t>(1994): </a:t>
            </a:r>
            <a:r>
              <a:rPr i="1"/>
              <a:t>Factor Endowments, Institutions &amp; Differential Paths of Development among New World Economies </a:t>
            </a:r>
            <a:r>
              <a:t>&lt;</a:t>
            </a:r>
            <a:r>
              <a:rPr u="sng">
                <a:hlinkClick r:id="rId5" invalidUrl="" action="" tgtFrame="" tooltip="" history="1" highlightClick="0" endSnd="0"/>
              </a:rPr>
              <a:t>http://papers.nber.org/papers/h0066</a:t>
            </a:r>
            <a:r>
              <a:t>&gt;</a:t>
            </a:r>
          </a:p>
          <a:p>
            <a:pPr marL="0" indent="0" defTabSz="457200">
              <a:lnSpc>
                <a:spcPct val="100000"/>
              </a:lnSpc>
              <a:spcBef>
                <a:spcPts val="0"/>
              </a:spcBef>
              <a:buSzTx/>
              <a:buNone/>
              <a:defRPr sz="2400">
                <a:uFill>
                  <a:solidFill>
                    <a:srgbClr val="000000"/>
                  </a:solidFill>
                </a:uFill>
                <a:latin typeface="Times New Roman"/>
                <a:ea typeface="Times New Roman"/>
                <a:cs typeface="Times New Roman"/>
                <a:sym typeface="Times New Roman"/>
              </a:defRPr>
            </a:pPr>
          </a:p>
          <a:p>
            <a:pPr marL="0" indent="0" defTabSz="457200">
              <a:lnSpc>
                <a:spcPct val="100000"/>
              </a:lnSpc>
              <a:spcBef>
                <a:spcPts val="0"/>
              </a:spcBef>
              <a:buSzTx/>
              <a:buNone/>
              <a:defRPr sz="2400">
                <a:uFill>
                  <a:solidFill>
                    <a:srgbClr val="000000"/>
                  </a:solidFill>
                </a:uFill>
                <a:latin typeface="Times New Roman"/>
                <a:ea typeface="Times New Roman"/>
                <a:cs typeface="Times New Roman"/>
                <a:sym typeface="Times New Roman"/>
              </a:defRPr>
            </a:pPr>
            <a:r>
              <a:rPr b="1"/>
              <a:t>Daron Acemoglu, Simon Johnson, &amp; James Robinson</a:t>
            </a:r>
            <a:r>
              <a:t>: </a:t>
            </a:r>
            <a:r>
              <a:rPr i="1"/>
              <a:t>Colonial Origins of Comparative Development &lt;</a:t>
            </a:r>
            <a:r>
              <a:rPr u="sng">
                <a:hlinkClick r:id="rId6" invalidUrl="" action="" tgtFrame="" tooltip="" history="1" highlightClick="0" endSnd="0"/>
              </a:rPr>
              <a:t>https://economics.mit.edu/files/4123</a:t>
            </a:r>
            <a:r>
              <a:rPr i="1"/>
              <a:t>&gt;</a:t>
            </a:r>
          </a:p>
          <a:p>
            <a:pPr marL="0" indent="0" defTabSz="457200">
              <a:lnSpc>
                <a:spcPct val="100000"/>
              </a:lnSpc>
              <a:spcBef>
                <a:spcPts val="0"/>
              </a:spcBef>
              <a:buSzTx/>
              <a:buNone/>
              <a:defRPr sz="2400">
                <a:uFill>
                  <a:solidFill>
                    <a:srgbClr val="000000"/>
                  </a:solidFill>
                </a:uFill>
                <a:latin typeface="Times New Roman"/>
                <a:ea typeface="Times New Roman"/>
                <a:cs typeface="Times New Roman"/>
                <a:sym typeface="Times New Roman"/>
              </a:defRPr>
            </a:pPr>
          </a:p>
          <a:p>
            <a:pPr marL="0" indent="0" defTabSz="457200">
              <a:lnSpc>
                <a:spcPct val="100000"/>
              </a:lnSpc>
              <a:spcBef>
                <a:spcPts val="0"/>
              </a:spcBef>
              <a:buSzTx/>
              <a:buNone/>
              <a:defRPr sz="2400">
                <a:uFill>
                  <a:solidFill>
                    <a:srgbClr val="000000"/>
                  </a:solidFill>
                </a:uFill>
                <a:latin typeface="Times New Roman"/>
                <a:ea typeface="Times New Roman"/>
                <a:cs typeface="Times New Roman"/>
                <a:sym typeface="Times New Roman"/>
              </a:defRPr>
            </a:pPr>
            <a:r>
              <a:rPr b="1"/>
              <a:t>Karl Marx &amp; Friedrich Engels</a:t>
            </a:r>
            <a:r>
              <a:t> (1848): </a:t>
            </a:r>
            <a:r>
              <a:rPr i="1"/>
              <a:t>Manifesto of the Communist Party</a:t>
            </a:r>
            <a:r>
              <a:t> &lt;</a:t>
            </a:r>
            <a:r>
              <a:rPr u="sng">
                <a:hlinkClick r:id="rId7" invalidUrl="" action="" tgtFrame="" tooltip="" history="1" highlightClick="0" endSnd="0"/>
              </a:rPr>
              <a:t>http://www.marxists.org/archive/marx/works/1848/communist-manifesto/</a:t>
            </a:r>
            <a:r>
              <a:t>&gt;</a:t>
            </a:r>
          </a:p>
          <a:p>
            <a:pPr marL="0" indent="0" defTabSz="457200">
              <a:lnSpc>
                <a:spcPct val="100000"/>
              </a:lnSpc>
              <a:spcBef>
                <a:spcPts val="0"/>
              </a:spcBef>
              <a:buSzTx/>
              <a:buNone/>
              <a:defRPr sz="2400">
                <a:uFill>
                  <a:solidFill>
                    <a:srgbClr val="000000"/>
                  </a:solidFill>
                </a:uFill>
                <a:latin typeface="Times New Roman"/>
                <a:ea typeface="Times New Roman"/>
                <a:cs typeface="Times New Roman"/>
                <a:sym typeface="Times New Roman"/>
              </a:defRPr>
            </a:pPr>
          </a:p>
          <a:p>
            <a:pPr marL="0" indent="0" defTabSz="457200">
              <a:lnSpc>
                <a:spcPct val="100000"/>
              </a:lnSpc>
              <a:spcBef>
                <a:spcPts val="0"/>
              </a:spcBef>
              <a:buSzTx/>
              <a:buNone/>
              <a:defRPr sz="2400">
                <a:uFill>
                  <a:solidFill>
                    <a:srgbClr val="000000"/>
                  </a:solidFill>
                </a:uFill>
                <a:latin typeface="Times New Roman"/>
                <a:ea typeface="Times New Roman"/>
                <a:cs typeface="Times New Roman"/>
                <a:sym typeface="Times New Roman"/>
              </a:defRPr>
            </a:pPr>
          </a:p>
          <a:p>
            <a:pPr marL="0" indent="0" defTabSz="821529">
              <a:lnSpc>
                <a:spcPct val="100000"/>
              </a:lnSpc>
              <a:spcBef>
                <a:spcPts val="0"/>
              </a:spcBef>
              <a:buSzTx/>
              <a:buNone/>
              <a:defRPr b="1" sz="3200">
                <a:solidFill>
                  <a:srgbClr val="808080"/>
                </a:solidFill>
              </a:defRPr>
            </a:pPr>
            <a:r>
              <a:t>Antifreedom:</a:t>
            </a:r>
            <a:endParaRPr>
              <a:latin typeface="Times New Roman"/>
              <a:ea typeface="Times New Roman"/>
              <a:cs typeface="Times New Roman"/>
              <a:sym typeface="Times New Roman"/>
            </a:endParaRPr>
          </a:p>
          <a:p>
            <a:pPr marL="0" indent="0" defTabSz="457200">
              <a:lnSpc>
                <a:spcPct val="100000"/>
              </a:lnSpc>
              <a:spcBef>
                <a:spcPts val="0"/>
              </a:spcBef>
              <a:buSzTx/>
              <a:buNone/>
              <a:defRPr sz="2400">
                <a:uFill>
                  <a:solidFill>
                    <a:srgbClr val="000000"/>
                  </a:solidFill>
                </a:uFill>
                <a:latin typeface="Times New Roman"/>
                <a:ea typeface="Times New Roman"/>
                <a:cs typeface="Times New Roman"/>
                <a:sym typeface="Times New Roman"/>
              </a:defRPr>
            </a:pPr>
            <a:r>
              <a:t>People who are fully free to make their own employments contracts have… not been that common in human history. Instead:</a:t>
            </a:r>
          </a:p>
          <a:p>
            <a:pPr marL="0" indent="0" defTabSz="457200">
              <a:lnSpc>
                <a:spcPct val="100000"/>
              </a:lnSpc>
              <a:spcBef>
                <a:spcPts val="0"/>
              </a:spcBef>
              <a:buSzTx/>
              <a:buNone/>
              <a:defRPr sz="2400">
                <a:uFill>
                  <a:solidFill>
                    <a:srgbClr val="000000"/>
                  </a:solidFill>
                </a:uFill>
                <a:latin typeface="Times New Roman"/>
                <a:ea typeface="Times New Roman"/>
                <a:cs typeface="Times New Roman"/>
                <a:sym typeface="Times New Roman"/>
              </a:defRPr>
            </a:pPr>
          </a:p>
          <a:p>
            <a:pPr marL="380999" indent="-380999" defTabSz="457200">
              <a:lnSpc>
                <a:spcPct val="100000"/>
              </a:lnSpc>
              <a:spcBef>
                <a:spcPts val="0"/>
              </a:spcBef>
              <a:defRPr sz="2400">
                <a:uFill>
                  <a:solidFill>
                    <a:srgbClr val="000000"/>
                  </a:solidFill>
                </a:uFill>
                <a:latin typeface="Times New Roman"/>
                <a:ea typeface="Times New Roman"/>
                <a:cs typeface="Times New Roman"/>
                <a:sym typeface="Times New Roman"/>
              </a:defRPr>
            </a:pPr>
            <a:r>
              <a:t>Plantation slavery</a:t>
            </a:r>
          </a:p>
          <a:p>
            <a:pPr marL="380999" indent="-380999" defTabSz="457200">
              <a:lnSpc>
                <a:spcPct val="100000"/>
              </a:lnSpc>
              <a:spcBef>
                <a:spcPts val="0"/>
              </a:spcBef>
              <a:defRPr sz="2400">
                <a:uFill>
                  <a:solidFill>
                    <a:srgbClr val="000000"/>
                  </a:solidFill>
                </a:uFill>
                <a:latin typeface="Times New Roman"/>
                <a:ea typeface="Times New Roman"/>
                <a:cs typeface="Times New Roman"/>
                <a:sym typeface="Times New Roman"/>
              </a:defRPr>
            </a:pPr>
            <a:r>
              <a:t>Household slavery (castration? prostitution?)</a:t>
            </a:r>
          </a:p>
        </p:txBody>
      </p:sp>
      <p:sp>
        <p:nvSpPr>
          <p:cNvPr id="312" name="Time-limited indenture…"/>
          <p:cNvSpPr txBox="1"/>
          <p:nvPr/>
        </p:nvSpPr>
        <p:spPr>
          <a:xfrm>
            <a:off x="8382000" y="1905000"/>
            <a:ext cx="7620000" cy="11430000"/>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marL="380999" indent="-380999" algn="l" defTabSz="457200">
              <a:buSzPct val="123000"/>
              <a:buChar char="•"/>
              <a:defRPr>
                <a:solidFill>
                  <a:srgbClr val="000000"/>
                </a:solidFill>
                <a:uFill>
                  <a:solidFill>
                    <a:srgbClr val="000000"/>
                  </a:solidFill>
                </a:uFill>
                <a:latin typeface="Times New Roman"/>
                <a:ea typeface="Times New Roman"/>
                <a:cs typeface="Times New Roman"/>
                <a:sym typeface="Times New Roman"/>
              </a:defRPr>
            </a:pPr>
            <a:r>
              <a:t>Time-limited indenture </a:t>
            </a:r>
          </a:p>
          <a:p>
            <a:pPr marL="380999" indent="-380999" algn="l" defTabSz="457200">
              <a:buSzPct val="123000"/>
              <a:buChar char="•"/>
              <a:defRPr>
                <a:solidFill>
                  <a:srgbClr val="000000"/>
                </a:solidFill>
                <a:uFill>
                  <a:solidFill>
                    <a:srgbClr val="000000"/>
                  </a:solidFill>
                </a:uFill>
                <a:latin typeface="Times New Roman"/>
                <a:ea typeface="Times New Roman"/>
                <a:cs typeface="Times New Roman"/>
                <a:sym typeface="Times New Roman"/>
              </a:defRPr>
            </a:pPr>
            <a:r>
              <a:t>Serfdom</a:t>
            </a:r>
          </a:p>
          <a:p>
            <a:pPr marL="380999" indent="-380999" algn="l" defTabSz="457200">
              <a:buSzPct val="123000"/>
              <a:buChar char="•"/>
              <a:defRPr>
                <a:solidFill>
                  <a:srgbClr val="000000"/>
                </a:solidFill>
                <a:uFill>
                  <a:solidFill>
                    <a:srgbClr val="000000"/>
                  </a:solidFill>
                </a:uFill>
                <a:latin typeface="Times New Roman"/>
                <a:ea typeface="Times New Roman"/>
                <a:cs typeface="Times New Roman"/>
                <a:sym typeface="Times New Roman"/>
              </a:defRPr>
            </a:pPr>
            <a:r>
              <a:t>Occupation restrictions—by ascription</a:t>
            </a:r>
          </a:p>
          <a:p>
            <a:pPr marL="380999" indent="-380999" algn="l" defTabSz="457200">
              <a:buSzPct val="123000"/>
              <a:buChar char="•"/>
              <a:defRPr>
                <a:solidFill>
                  <a:srgbClr val="000000"/>
                </a:solidFill>
                <a:uFill>
                  <a:solidFill>
                    <a:srgbClr val="000000"/>
                  </a:solidFill>
                </a:uFill>
                <a:latin typeface="Times New Roman"/>
                <a:ea typeface="Times New Roman"/>
                <a:cs typeface="Times New Roman"/>
                <a:sym typeface="Times New Roman"/>
              </a:defRPr>
            </a:pPr>
            <a:r>
              <a:t>Occupation restrictions—by gates kept</a:t>
            </a:r>
          </a:p>
          <a:p>
            <a:pPr marL="380999" indent="-380999" algn="l" defTabSz="457200">
              <a:buSzPct val="123000"/>
              <a:buChar char="•"/>
              <a:defRPr>
                <a:solidFill>
                  <a:srgbClr val="000000"/>
                </a:solidFill>
                <a:uFill>
                  <a:solidFill>
                    <a:srgbClr val="000000"/>
                  </a:solidFill>
                </a:uFill>
                <a:latin typeface="Times New Roman"/>
                <a:ea typeface="Times New Roman"/>
                <a:cs typeface="Times New Roman"/>
                <a:sym typeface="Times New Roman"/>
              </a:defRPr>
            </a:pPr>
            <a:r>
              <a:t>Occupation restrictions—by social network</a:t>
            </a:r>
          </a:p>
          <a:p>
            <a:pPr marL="380999" indent="-380999" algn="l" defTabSz="457200">
              <a:buSzPct val="123000"/>
              <a:buChar char="•"/>
              <a:defRPr>
                <a:solidFill>
                  <a:srgbClr val="000000"/>
                </a:solidFill>
                <a:uFill>
                  <a:solidFill>
                    <a:srgbClr val="000000"/>
                  </a:solidFill>
                </a:uFill>
                <a:latin typeface="Times New Roman"/>
                <a:ea typeface="Times New Roman"/>
                <a:cs typeface="Times New Roman"/>
                <a:sym typeface="Times New Roman"/>
              </a:defRPr>
            </a:pPr>
            <a:r>
              <a:t>Migration restrictions</a:t>
            </a:r>
          </a:p>
          <a:p>
            <a:pPr marL="380999" indent="-380999" algn="l" defTabSz="457200">
              <a:buSzPct val="123000"/>
              <a:buChar char="•"/>
              <a:defRPr>
                <a:solidFill>
                  <a:srgbClr val="000000"/>
                </a:solidFill>
                <a:uFill>
                  <a:solidFill>
                    <a:srgbClr val="000000"/>
                  </a:solidFill>
                </a:uFill>
                <a:latin typeface="Times New Roman"/>
                <a:ea typeface="Times New Roman"/>
                <a:cs typeface="Times New Roman"/>
                <a:sym typeface="Times New Roman"/>
              </a:defRPr>
            </a:pPr>
            <a:r>
              <a:t>Monopsony power—by legal restrictions</a:t>
            </a:r>
          </a:p>
          <a:p>
            <a:pPr marL="380999" indent="-380999" algn="l" defTabSz="457200">
              <a:buSzPct val="123000"/>
              <a:buChar char="•"/>
              <a:defRPr>
                <a:solidFill>
                  <a:srgbClr val="000000"/>
                </a:solidFill>
                <a:uFill>
                  <a:solidFill>
                    <a:srgbClr val="000000"/>
                  </a:solidFill>
                </a:uFill>
                <a:latin typeface="Times New Roman"/>
                <a:ea typeface="Times New Roman"/>
                <a:cs typeface="Times New Roman"/>
                <a:sym typeface="Times New Roman"/>
              </a:defRPr>
            </a:pPr>
            <a:r>
              <a:t>Monopsony power—by geography</a:t>
            </a:r>
          </a:p>
          <a:p>
            <a:pPr marL="380999" indent="-380999" algn="l" defTabSz="457200">
              <a:buSzPct val="123000"/>
              <a:buChar char="•"/>
              <a:defRPr>
                <a:solidFill>
                  <a:srgbClr val="000000"/>
                </a:solidFill>
                <a:uFill>
                  <a:solidFill>
                    <a:srgbClr val="000000"/>
                  </a:solidFill>
                </a:uFill>
                <a:latin typeface="Times New Roman"/>
                <a:ea typeface="Times New Roman"/>
                <a:cs typeface="Times New Roman"/>
                <a:sym typeface="Times New Roman"/>
              </a:defRPr>
            </a:pPr>
            <a:r>
              <a:t>Monopsony power—by attention &amp; information</a:t>
            </a:r>
          </a:p>
          <a:p>
            <a:pPr algn="l" defTabSz="457200">
              <a:defRPr>
                <a:solidFill>
                  <a:srgbClr val="000000"/>
                </a:solidFill>
                <a:uFill>
                  <a:solidFill>
                    <a:srgbClr val="000000"/>
                  </a:solidFill>
                </a:uFill>
                <a:latin typeface="Times New Roman"/>
                <a:ea typeface="Times New Roman"/>
                <a:cs typeface="Times New Roman"/>
                <a:sym typeface="Times New Roman"/>
              </a:defRPr>
            </a:pPr>
          </a:p>
          <a:p>
            <a:pPr algn="l" defTabSz="457200">
              <a:defRPr>
                <a:solidFill>
                  <a:srgbClr val="000000"/>
                </a:solidFill>
                <a:uFill>
                  <a:solidFill>
                    <a:srgbClr val="000000"/>
                  </a:solidFill>
                </a:uFill>
                <a:latin typeface="Times New Roman"/>
                <a:ea typeface="Times New Roman"/>
                <a:cs typeface="Times New Roman"/>
                <a:sym typeface="Times New Roman"/>
              </a:defRPr>
            </a:pPr>
            <a:r>
              <a:t>Lots of energy and effort devoted to keeping people from being fully “free to choose”</a:t>
            </a:r>
          </a:p>
          <a:p>
            <a:pPr algn="l" defTabSz="457200">
              <a:defRPr>
                <a:solidFill>
                  <a:srgbClr val="000000"/>
                </a:solidFill>
                <a:uFill>
                  <a:solidFill>
                    <a:srgbClr val="000000"/>
                  </a:solidFill>
                </a:uFill>
                <a:latin typeface="Times New Roman"/>
                <a:ea typeface="Times New Roman"/>
                <a:cs typeface="Times New Roman"/>
                <a:sym typeface="Times New Roman"/>
              </a:defRPr>
            </a:pPr>
          </a:p>
          <a:p>
            <a:pPr algn="l" defTabSz="457200">
              <a:defRPr>
                <a:solidFill>
                  <a:srgbClr val="000000"/>
                </a:solidFill>
                <a:uFill>
                  <a:solidFill>
                    <a:srgbClr val="000000"/>
                  </a:solidFill>
                </a:uFill>
                <a:latin typeface="Times New Roman"/>
                <a:ea typeface="Times New Roman"/>
                <a:cs typeface="Times New Roman"/>
                <a:sym typeface="Times New Roman"/>
              </a:defRPr>
            </a:pPr>
          </a:p>
          <a:p>
            <a:pPr algn="l" defTabSz="821529">
              <a:defRPr b="1" sz="3200">
                <a:solidFill>
                  <a:srgbClr val="808080"/>
                </a:solidFill>
              </a:defRPr>
            </a:pPr>
            <a:r>
              <a:t>Blowing Up the Problematic:</a:t>
            </a:r>
          </a:p>
          <a:p>
            <a:pPr algn="l" defTabSz="457200">
              <a:defRPr>
                <a:solidFill>
                  <a:srgbClr val="000000"/>
                </a:solidFill>
                <a:uFill>
                  <a:solidFill>
                    <a:srgbClr val="000000"/>
                  </a:solidFill>
                </a:uFill>
                <a:latin typeface="Times New Roman"/>
                <a:ea typeface="Times New Roman"/>
                <a:cs typeface="Times New Roman"/>
                <a:sym typeface="Times New Roman"/>
              </a:defRPr>
            </a:pPr>
            <a:r>
              <a:rPr b="1"/>
              <a:t>Marx &amp; Engels</a:t>
            </a:r>
            <a:r>
              <a:t>: Under capitalism the workers enslave themselves… The forest of upraised arms looking for work gets thicker and thicker, while the arms themselves get thinner and thinner…</a:t>
            </a:r>
          </a:p>
          <a:p>
            <a:pPr algn="l" defTabSz="457200">
              <a:defRPr>
                <a:solidFill>
                  <a:srgbClr val="000000"/>
                </a:solidFill>
                <a:uFill>
                  <a:solidFill>
                    <a:srgbClr val="000000"/>
                  </a:solidFill>
                </a:uFill>
                <a:latin typeface="Times New Roman"/>
                <a:ea typeface="Times New Roman"/>
                <a:cs typeface="Times New Roman"/>
                <a:sym typeface="Times New Roman"/>
              </a:defRPr>
            </a:pPr>
          </a:p>
          <a:p>
            <a:pPr algn="l" defTabSz="457200">
              <a:defRPr>
                <a:solidFill>
                  <a:srgbClr val="000000"/>
                </a:solidFill>
                <a:uFill>
                  <a:solidFill>
                    <a:srgbClr val="000000"/>
                  </a:solidFill>
                </a:uFill>
                <a:latin typeface="Times New Roman"/>
                <a:ea typeface="Times New Roman"/>
                <a:cs typeface="Times New Roman"/>
                <a:sym typeface="Times New Roman"/>
              </a:defRPr>
            </a:pPr>
            <a:r>
              <a:rPr b="1"/>
              <a:t>John Stuart Mill</a:t>
            </a:r>
            <a:r>
              <a:t>: Hitherto the inventions… have but enabled greater numbers [of the working class] to live the same life of drudgery and imprisonment…</a:t>
            </a:r>
          </a:p>
          <a:p>
            <a:pPr algn="l" defTabSz="457200">
              <a:defRPr>
                <a:solidFill>
                  <a:srgbClr val="000000"/>
                </a:solidFill>
                <a:uFill>
                  <a:solidFill>
                    <a:srgbClr val="000000"/>
                  </a:solidFill>
                </a:uFill>
                <a:latin typeface="Times New Roman"/>
                <a:ea typeface="Times New Roman"/>
                <a:cs typeface="Times New Roman"/>
                <a:sym typeface="Times New Roman"/>
              </a:defRPr>
            </a:pPr>
          </a:p>
          <a:p>
            <a:pPr algn="l" defTabSz="457200">
              <a:defRPr>
                <a:solidFill>
                  <a:srgbClr val="000000"/>
                </a:solidFill>
                <a:uFill>
                  <a:solidFill>
                    <a:srgbClr val="000000"/>
                  </a:solidFill>
                </a:uFill>
                <a:latin typeface="Times New Roman"/>
                <a:ea typeface="Times New Roman"/>
                <a:cs typeface="Times New Roman"/>
                <a:sym typeface="Times New Roman"/>
              </a:defRPr>
            </a:pPr>
          </a:p>
          <a:p>
            <a:pPr algn="l" defTabSz="821529">
              <a:defRPr b="1" sz="3200">
                <a:solidFill>
                  <a:srgbClr val="808080"/>
                </a:solidFill>
              </a:defRPr>
            </a:pPr>
            <a:r>
              <a:t>Next Week We Consider a Particular Question:</a:t>
            </a:r>
          </a:p>
          <a:p>
            <a:pPr algn="l" defTabSz="457200">
              <a:defRPr>
                <a:solidFill>
                  <a:srgbClr val="000000"/>
                </a:solidFill>
                <a:uFill>
                  <a:solidFill>
                    <a:srgbClr val="000000"/>
                  </a:solidFill>
                </a:uFill>
                <a:latin typeface="Times New Roman"/>
                <a:ea typeface="Times New Roman"/>
                <a:cs typeface="Times New Roman"/>
                <a:sym typeface="Times New Roman"/>
              </a:defRPr>
            </a:pPr>
            <a:r>
              <a:t>What are we in fact able to say about the long-run impact of what we have now, following Acemoglu et al.,  come to call “extractive” institutions?</a:t>
            </a:r>
          </a:p>
        </p:txBody>
      </p:sp>
      <p:sp>
        <p:nvSpPr>
          <p:cNvPr id="313" name="How much of today’s African retardation can we attribute to the Imperial-Commercial Age Atlantic slave trade (15M or so)? (Nathan Nunn)…"/>
          <p:cNvSpPr txBox="1"/>
          <p:nvPr/>
        </p:nvSpPr>
        <p:spPr>
          <a:xfrm>
            <a:off x="16383000" y="1905000"/>
            <a:ext cx="7620000" cy="11430000"/>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normAutofit fontScale="100000" lnSpcReduction="0"/>
          </a:bodyPr>
          <a:lstStyle/>
          <a:p>
            <a:pPr algn="l" defTabSz="452627">
              <a:defRPr sz="2376">
                <a:solidFill>
                  <a:srgbClr val="000000"/>
                </a:solidFill>
                <a:uFill>
                  <a:solidFill>
                    <a:srgbClr val="000000"/>
                  </a:solidFill>
                </a:uFill>
                <a:latin typeface="Times New Roman"/>
                <a:ea typeface="Times New Roman"/>
                <a:cs typeface="Times New Roman"/>
                <a:sym typeface="Times New Roman"/>
              </a:defRPr>
            </a:pPr>
            <a:r>
              <a:t>How much of today’s African retardation can we attribute to the Imperial-Commercial Age Atlantic slave trade (15M or so)? (Nathan Nunn) </a:t>
            </a:r>
          </a:p>
          <a:p>
            <a:pPr algn="l" defTabSz="452627">
              <a:defRPr sz="2376">
                <a:solidFill>
                  <a:srgbClr val="000000"/>
                </a:solidFill>
                <a:uFill>
                  <a:solidFill>
                    <a:srgbClr val="000000"/>
                  </a:solidFill>
                </a:uFill>
                <a:latin typeface="Times New Roman"/>
                <a:ea typeface="Times New Roman"/>
                <a:cs typeface="Times New Roman"/>
                <a:sym typeface="Times New Roman"/>
              </a:defRPr>
            </a:pPr>
          </a:p>
          <a:p>
            <a:pPr algn="l" defTabSz="452627">
              <a:defRPr sz="2376">
                <a:solidFill>
                  <a:srgbClr val="000000"/>
                </a:solidFill>
                <a:uFill>
                  <a:solidFill>
                    <a:srgbClr val="000000"/>
                  </a:solidFill>
                </a:uFill>
                <a:latin typeface="Times New Roman"/>
                <a:ea typeface="Times New Roman"/>
                <a:cs typeface="Times New Roman"/>
                <a:sym typeface="Times New Roman"/>
              </a:defRPr>
            </a:pPr>
            <a:r>
              <a:t>How much of today’s global divergence can we attribute to (a) institutional differences along the extractive-developmental axis, and (b) the colonial-era origins of same? (Daron Acemoglu, Simon Johnson, &amp; James Robinson) </a:t>
            </a:r>
          </a:p>
          <a:p>
            <a:pPr algn="l" defTabSz="452627">
              <a:defRPr sz="2376">
                <a:solidFill>
                  <a:srgbClr val="000000"/>
                </a:solidFill>
                <a:uFill>
                  <a:solidFill>
                    <a:srgbClr val="000000"/>
                  </a:solidFill>
                </a:uFill>
                <a:latin typeface="Times New Roman"/>
                <a:ea typeface="Times New Roman"/>
                <a:cs typeface="Times New Roman"/>
                <a:sym typeface="Times New Roman"/>
              </a:defRPr>
            </a:pPr>
          </a:p>
          <a:p>
            <a:pPr algn="l" defTabSz="452627">
              <a:defRPr sz="2376">
                <a:solidFill>
                  <a:srgbClr val="000000"/>
                </a:solidFill>
                <a:uFill>
                  <a:solidFill>
                    <a:srgbClr val="000000"/>
                  </a:solidFill>
                </a:uFill>
                <a:latin typeface="Times New Roman"/>
                <a:ea typeface="Times New Roman"/>
                <a:cs typeface="Times New Roman"/>
                <a:sym typeface="Times New Roman"/>
              </a:defRPr>
            </a:pPr>
            <a:r>
              <a:t>What happens when we try to actually trace mechanisms, rather than merely observing a correlation between things then and things now, and then hitting it with a purported instrument? (</a:t>
            </a:r>
            <a:r>
              <a:t>Stanley Engerman &amp; Kenneth Sokoloff)</a:t>
            </a:r>
          </a:p>
          <a:p>
            <a:pPr algn="l" defTabSz="452627">
              <a:defRPr sz="2376">
                <a:solidFill>
                  <a:srgbClr val="000000"/>
                </a:solidFill>
                <a:uFill>
                  <a:solidFill>
                    <a:srgbClr val="000000"/>
                  </a:solidFill>
                </a:uFill>
                <a:latin typeface="Times New Roman"/>
                <a:ea typeface="Times New Roman"/>
                <a:cs typeface="Times New Roman"/>
                <a:sym typeface="Times New Roman"/>
              </a:defRPr>
            </a:pPr>
          </a:p>
          <a:p>
            <a:pPr algn="l" defTabSz="452627">
              <a:defRPr sz="2376">
                <a:solidFill>
                  <a:srgbClr val="000000"/>
                </a:solidFill>
                <a:uFill>
                  <a:solidFill>
                    <a:srgbClr val="000000"/>
                  </a:solidFill>
                </a:uFill>
                <a:latin typeface="Times New Roman"/>
                <a:ea typeface="Times New Roman"/>
                <a:cs typeface="Times New Roman"/>
                <a:sym typeface="Times New Roman"/>
              </a:defRPr>
            </a:pPr>
            <a:r>
              <a:rPr i="1"/>
              <a:t>The Communist Manifesto</a:t>
            </a:r>
            <a:r>
              <a:t>—you should read this sometime: a very interesting set of ideas about the origins and nature of modern economies, plus it is a pamphlet that shook the world. (</a:t>
            </a:r>
            <a:r>
              <a:t>Karl Marx &amp; Friedrich Engels)</a:t>
            </a:r>
          </a:p>
          <a:p>
            <a:pPr algn="l" defTabSz="813314">
              <a:defRPr b="1" sz="2376">
                <a:solidFill>
                  <a:srgbClr val="808080"/>
                </a:solidFill>
              </a:defRPr>
            </a:pPr>
          </a:p>
          <a:p>
            <a:pPr algn="l" defTabSz="813314">
              <a:defRPr b="1" sz="2376">
                <a:solidFill>
                  <a:srgbClr val="808080"/>
                </a:solidFill>
              </a:defRPr>
            </a:pPr>
          </a:p>
          <a:p>
            <a:pPr algn="l" defTabSz="813314">
              <a:defRPr b="1" sz="3168">
                <a:solidFill>
                  <a:srgbClr val="808080"/>
                </a:solidFill>
              </a:defRPr>
            </a:pPr>
            <a:r>
              <a:t>Discussion Prompt:</a:t>
            </a:r>
          </a:p>
          <a:p>
            <a:pPr algn="l" defTabSz="452627">
              <a:defRPr sz="2376">
                <a:solidFill>
                  <a:srgbClr val="000000"/>
                </a:solidFill>
                <a:uFill>
                  <a:solidFill>
                    <a:srgbClr val="000000"/>
                  </a:solidFill>
                </a:uFill>
                <a:latin typeface="Times New Roman"/>
                <a:ea typeface="Times New Roman"/>
                <a:cs typeface="Times New Roman"/>
                <a:sym typeface="Times New Roman"/>
              </a:defRPr>
            </a:pPr>
            <a:r>
              <a:t>Nunn and Acemoglu </a:t>
            </a:r>
            <a:r>
              <a:rPr b="1"/>
              <a:t>et al.</a:t>
            </a:r>
            <a:r>
              <a:t> adopt the rhetorical strategy of trying to nail identification via instrumental variables, rather than tracing out the details of a historical process. Engerman and Sokoloff follow the opposite strategy—identification is not even on their radar. What is on their radar is tracing through the historical processes by which one damned thing happened after another to understand why it is now that North America is so rich and Latin America… less so. Which strategy is more effective rhetorically in persuading you of the truth of the argument? Which strategy is more effective substantively in thinking through the problems considered?</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0" strike="noStrike" sz="3200" u="none" kumimoji="0" normalizeH="0">
            <a:ln>
              <a:noFill/>
            </a:ln>
            <a:solidFill>
              <a:srgbClr val="FFFFFF"/>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0" strike="noStrike" sz="3200" u="none" kumimoji="0" normalizeH="0">
            <a:ln>
              <a:noFill/>
            </a:ln>
            <a:solidFill>
              <a:srgbClr val="FFFFFF"/>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