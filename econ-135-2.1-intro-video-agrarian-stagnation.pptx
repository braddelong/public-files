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8" name="Shape 388"/>
          <p:cNvSpPr/>
          <p:nvPr>
            <p:ph type="sldImg"/>
          </p:nvPr>
        </p:nvSpPr>
        <p:spPr>
          <a:xfrm>
            <a:off x="1143000" y="685800"/>
            <a:ext cx="4572000" cy="3429000"/>
          </a:xfrm>
          <a:prstGeom prst="rect">
            <a:avLst/>
          </a:prstGeom>
        </p:spPr>
        <p:txBody>
          <a:bodyPr/>
          <a:lstStyle/>
          <a:p>
            <a:pPr/>
          </a:p>
        </p:txBody>
      </p:sp>
      <p:sp>
        <p:nvSpPr>
          <p:cNvPr id="389" name="Shape 3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Shape 396"/>
          <p:cNvSpPr/>
          <p:nvPr>
            <p:ph type="sldImg"/>
          </p:nvPr>
        </p:nvSpPr>
        <p:spPr>
          <a:prstGeom prst="rect">
            <a:avLst/>
          </a:prstGeom>
        </p:spPr>
        <p:txBody>
          <a:bodyPr/>
          <a:lstStyle/>
          <a:p>
            <a:pPr/>
          </a:p>
        </p:txBody>
      </p:sp>
      <p:sp>
        <p:nvSpPr>
          <p:cNvPr id="397" name="Shape 397"/>
          <p:cNvSpPr/>
          <p:nvPr>
            <p:ph type="body" sz="quarter" idx="1"/>
          </p:nvPr>
        </p:nvSpPr>
        <p:spPr>
          <a:prstGeom prst="rect">
            <a:avLst/>
          </a:prstGeom>
        </p:spPr>
        <p:txBody>
          <a:bodyPr/>
          <a:lstStyle/>
          <a:p>
            <a:pPr>
              <a:lnSpc>
                <a:spcPct val="117999"/>
              </a:lnSpc>
            </a:pPr>
            <a:r>
              <a:t>in the years straddling 1800, the British lower working class—the richest working class that the world had ever seen anywhere or anywhen up to that date since the agarian age had set its hold on humanity—still spent between 55% and 75% of its income on food. Other working classes at and before that date were in worse shape: they were even closer to “subsistence”. The British working class was surely as rich as pre-Industrial Revolution working classes got. But it still looks to me worse-off than your typical gatherer-hunter. And the British working class was up to 3 times as rich as unlucky agrarian-age populations—those under the harrow of Malthus’s “positive check” rather than possessing social institutions that delayed the age of female first marriage.</a:t>
            </a:r>
          </a:p>
          <a:p>
            <a:pPr>
              <a:lnSpc>
                <a:spcPct val="117999"/>
              </a:lnSpc>
            </a:pPr>
          </a:p>
          <a:p>
            <a:pPr>
              <a:lnSpc>
                <a:spcPct val="117999"/>
              </a:lnSpc>
            </a:pPr>
            <a:r>
              <a:t>Would it have been better to have been a working-class Briton around 1800 or a gatherer-hunter before -8000? Probably a gatherer-hunter.</a:t>
            </a:r>
          </a:p>
          <a:p>
            <a:pPr>
              <a:lnSpc>
                <a:spcPct val="117999"/>
              </a:lnSpc>
            </a:pPr>
          </a:p>
          <a:p>
            <a:pPr>
              <a:lnSpc>
                <a:spcPct val="117999"/>
              </a:lnSpc>
            </a:pPr>
            <a:r>
              <a:t>On the one hand you are buff! But lots of within-humanity violence: you run a substantial risk of being stabbed to death and having to watch your babies' brains bashed out against rocks. On the other hand you, have a chance of a long slow death from starvation and malnutrition, while you are stunted, weak, with very bad teeth, and probably stupid from protein deprivation in utero. There is little to choose with respect to life expectancy. Infant mortality appears to be the same. Oh: and gatherer-hunters face interesting lives in which they constantly solve environmental and social puzzles, sort of a la a slow-motion version of Super Mario. Plus the agrarian age brings patriarchy, and much more wealth and status inequality. Thus hunter-gatherers look much better off to me than those whom Mill in 1870 saw as living the live of "drudgery &amp; imprisonment”.</a:t>
            </a:r>
          </a:p>
          <a:p>
            <a:pPr>
              <a:lnSpc>
                <a:spcPct val="117999"/>
              </a:lnSpc>
            </a:pPr>
          </a:p>
          <a:p>
            <a:pPr>
              <a:lnSpc>
                <a:spcPct val="117999"/>
              </a:lnSpc>
            </a:pPr>
            <a:r>
              <a:t>That was man’s fate—the human condition—in the agrarian age.</a:t>
            </a:r>
          </a:p>
          <a:p>
            <a:pPr>
              <a:lnSpc>
                <a:spcPct val="117999"/>
              </a:lnSpc>
            </a:pPr>
          </a:p>
          <a:p>
            <a:pPr>
              <a:lnSpc>
                <a:spcPct val="117999"/>
              </a:lnSpc>
            </a:pPr>
            <a:r>
              <a:t>====</a:t>
            </a:r>
          </a:p>
          <a:p>
            <a:pPr>
              <a:lnSpc>
                <a:spcPct val="117999"/>
              </a:lnSpc>
            </a:pPr>
          </a:p>
          <a:p>
            <a:pPr>
              <a:lnSpc>
                <a:spcPct val="117999"/>
              </a:lnSpc>
            </a:pPr>
            <a:r>
              <a:t>But then comes escape, somehow. Escape comes remarkably late. Not until the 1850s was the real wage in England above what it had been in the post-Bubonic Plague surviving-working-class medieval golden age of the 1400s. But escape does come. Much of this course will be about that escape—when and why it came, in different parts of the world. For now, however, I want you to think about why “escape” did not come earlier. Between 1600 and 1800, the population of England moves up from 6 to 10 million while real wages grow by half. Taking account of a 30% increase In land and other natural resources devoted to fueling Britain’s economy, and in terms of our index of ideas, that’s a rate of increase of ¼% per year across two centuries in a country becoming the world’s industrial leader. But why did it not come earlier? Why was the world stuck with 1/10% per year being the best any society did in terms of ideas, as opposed to investment-driven efflorescences, before?</a:t>
            </a:r>
          </a:p>
          <a:p>
            <a:pPr>
              <a:lnSpc>
                <a:spcPct val="117999"/>
              </a:lnSpc>
            </a:pPr>
          </a:p>
          <a:p>
            <a:pPr>
              <a:lnSpc>
                <a:spcPct val="117999"/>
              </a:lnSpc>
            </a:pPr>
            <a:r>
              <a:t>And then, of course, there is the nearly tenfold leap to get us to our day of modern economic growth. That, also, really needs explanation.</a:t>
            </a:r>
          </a:p>
          <a:p>
            <a:pPr>
              <a:lnSpc>
                <a:spcPct val="117999"/>
              </a:lnSpc>
            </a:pPr>
          </a:p>
          <a:p>
            <a:pPr>
              <a:lnSpc>
                <a:spcPct val="117999"/>
              </a:lnSpc>
            </a:pPr>
            <a:r>
              <a:t>====</a:t>
            </a:r>
          </a:p>
          <a:p>
            <a:pPr>
              <a:lnSpc>
                <a:spcPct val="117999"/>
              </a:lnSpc>
            </a:pPr>
          </a:p>
          <a:p>
            <a:pPr>
              <a:lnSpc>
                <a:spcPct val="125000"/>
              </a:lnSpc>
              <a:defRPr sz="2400">
                <a:latin typeface="Avenir Roman"/>
                <a:ea typeface="Avenir Roman"/>
                <a:cs typeface="Avenir Roman"/>
                <a:sym typeface="Avenir Roman"/>
              </a:defRPr>
            </a:pPr>
            <a:r>
              <a:t>An obvious place for us humans to have gotten something like Britain 1600-1800 before is Rome: the Roman Empire in the years after 1 or 150. There are, of course, other candidates. But Rome is the one I know most about, hence the one I want to focus on.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have the Axial-Age—from -1000 to the year 1—acceleration in ideas growth: a doubling of the ideas growth rate from 0.03 to 0.06% per year—note how ludicrously low those are: 6% a century! Just enough technological progress to hold standards of living constant with a 12% increase in population and a 12% reduction in average farm size! Over a century! And at the century’s end comes the rise of the Pax Romana in the Mediterranean—and beyond, to Scotland, Roumania, Austria, Armenia. The largest empire the world had ever seen; one whose elite was interested in public works for urbanization and transport in a way not found in any previous empire, and one—most important—not solely interested in exploiting the empire for the benefit of a ruling city or a ruling cases. Don’t get me wrong: they were interested in exploiting the empire for the benefit of the senatorial and knightly classes. But they were also interested into turning people, at least people with social power, in the empire into _Romans_ So we get this mammoth expansion in trade, this mammoth expansion in investment, this simultaneous rise in population but also in standards of living in the sense of comfortable conveniences throughout the empire (and luxruies too).</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Then. It. All. Goes. Away. Mediterranean shipping. Rhine River-valley construction. Lead atoms from smelters carried into the atmosphere and dropped onto the Greenland ice. All gone. And the Pax Romana with it. And trade. And comfort. And the rule of law. And the ability of low-class people, as citizens, to have their property and their rights protected by magisrates.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it could have been different. They were capable of astonishing feats of intellectual creativity and precision metalwork. The Anti-Kythera mechanism blows the mind of modern researchers—both the astronomy of Hipparchus that it is based on, and the instantiation of Hipparchus’s ideas in a precision-metalworked device that _must_ have been pqrt of a tradition of such devices.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rhetoric, Pericles and Demosthenes. In generalship, Caesar and Alexander. In governance, Augustus and Trajan. In philosophy, Aristotle and Xeno. In sculpture, in literature—even in making a living via presenting-yourself-as-a-celebrity, Phryne—Mnesarete daughter of Epicles of Thespiae—would have had nothing to learn from Kim Kardashian. Anyone who, 2000 years after your death, people are still writing poems about you assuming that readers will know that you were thought to have been the best life model for statues of Aphrodite-Venus…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They were us. And ghe Anti-Kythera mechanism underscores how much they were us in mechanical ingenuity and intellectual creativity. And yet… not. No age of the commercial revolution followed the Antonine Dynasty—or Iraq’s Abbasid, or the Han, or the Athenian Empire, or… a number of other efflorescences.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standard theory of why ideas growth was so low back in the agrarian age is Moses FInley’s, which you will read. But there are a host of other possible explanations as well.</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then there is the—separate—question of: why the late-antiquity pause? Even given the general slowness of ideas generation, there were still impressive efflorescences. So what kept the efflorescence of the Roman Empire from breaking through in to Commercial Revolution-scale growth, and then Industrial Revolution, and then Modern Economic Growth? And then what kept other efflorescences from breaking through into commercial revolution-scale growth?</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For, remember, ultimately one did. After the Bubonic Plague of 1346-8 in western Europe there came the Renaissance. And that efflorescence did trigger faster growth: it triggered the Commercial-Imperial Revolution.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Shape 407"/>
          <p:cNvSpPr/>
          <p:nvPr>
            <p:ph type="sldImg"/>
          </p:nvPr>
        </p:nvSpPr>
        <p:spPr>
          <a:prstGeom prst="rect">
            <a:avLst/>
          </a:prstGeom>
        </p:spPr>
        <p:txBody>
          <a:bodyPr/>
          <a:lstStyle/>
          <a:p>
            <a:pPr/>
          </a:p>
        </p:txBody>
      </p:sp>
      <p:sp>
        <p:nvSpPr>
          <p:cNvPr id="408" name="Shape 408"/>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An obvious place for us humans to have gotten something like Britain 1600-1800 before is Rome: the Roman Empire in the years after 1 or 150. There are, of course, other candidates. But Rome is the one I know most about, hence the one I want to focus on.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have the Axial-Age—from -1000 to the year 1—acceleration in ideas growth: a doubling of the ideas growth rate from 0.03 to 0.06% per year—note how ludicrously low those are: 6% a century! Just enough technological progress to hold standards of living constant with a 12% increase in population and a 12% reduction in average farm size! Over a century! And at the century’s end comes the rise of the Pax Romana in the Mediterranean—and beyond, to Scotland, Roumania, Austria, Armenia. The largest empire the world had ever seen; one whose elite was interested in public works for urbanization and transport in a way not found in any previous empire, and one—most important—not solely interested in exploiting the empire for the benefit of a ruling city or a ruling cases. Don’t get me wrong: they were interested in exploiting the empire for the benefit of the senatorial and knightly classes. But they were also interested into turning people, at least people with social power, in the empire into _Romans_ So we get this mammoth expansion in trade, this mammoth expansion in investment, this simultaneous rise in population but also in standards of living in the sense of comfortable conveniences throughout the empire (and luxruies too).</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Then. It. All. Goes. Away. Mediterranean shipping. Rhine River-valley construction. Lead atoms from smelters carried into the atmosphere and dropped onto the Greenland ice. All gone. And the Pax Romana with it. And trade. And comfort. And the rule of law. And the ability of low-class people, as citizens, to have their property and their rights protected by magisrates.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Shape 416"/>
          <p:cNvSpPr/>
          <p:nvPr>
            <p:ph type="sldImg"/>
          </p:nvPr>
        </p:nvSpPr>
        <p:spPr>
          <a:prstGeom prst="rect">
            <a:avLst/>
          </a:prstGeom>
        </p:spPr>
        <p:txBody>
          <a:bodyPr/>
          <a:lstStyle/>
          <a:p>
            <a:pPr/>
          </a:p>
        </p:txBody>
      </p:sp>
      <p:sp>
        <p:nvSpPr>
          <p:cNvPr id="417" name="Shape 417"/>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And it could have been different. They were capable of astonishing feats of intellectual creativity and precision metalwork. The Anti-Kythera mechanism blows the mind of modern researchers—both the astronomy of Hipparchus that it is based on, and the instantiation of Hipparchus’s ideas in a precision-metalworked device that _must_ have been pqrt of a tradition of such devices.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rhetoric, Pericles and Demosthenes. In generalship, Caesar and Alexander. In governance, Augustus and Trajan. In philosophy, Aristotle and Xeno. In sculpture, in literature—even in making a living via presenting-yourself-as-a-celebrity, Phryne—Mnesarete daughter of Epicles of Thespiae—would have had nothing to learn from Kim Kardashian. Anyone who, 2000 years after your death, people are still writing poems about you assuming that readers will know that you were thought to have been the best life model for statues of Aphrodite-Venus…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They were us. And ghe Anti-Kythera mechanism underscores how much they were us in mechanical ingenuity and intellectual creativity. And yet… not. No age of the commercial revolution followed the Antonine Dynasty—or Iraq’s Abbasid, or the Han, or the Athenian Empire, or… a number of other efflorescences.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423"/>
          <p:cNvSpPr/>
          <p:nvPr>
            <p:ph type="sldImg"/>
          </p:nvPr>
        </p:nvSpPr>
        <p:spPr>
          <a:prstGeom prst="rect">
            <a:avLst/>
          </a:prstGeom>
        </p:spPr>
        <p:txBody>
          <a:bodyPr/>
          <a:lstStyle/>
          <a:p>
            <a:pPr/>
          </a:p>
        </p:txBody>
      </p:sp>
      <p:sp>
        <p:nvSpPr>
          <p:cNvPr id="424" name="Shape 424"/>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The standard theory of why ideas growth was so low back in the agrarian age is Moses FInley’s, which you will read. But there are a host of other possible explanations as well.</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then there is the—separate—question of: why the late-antiquity pause? Even given the general slowness of ideas generation, there were still impressive efflorescences. So what kept the efflorescence of the Roman Empire from breaking through in to Commercial Revolution-scale growth, and then Industrial Revolution, and then Modern Economic Growth? And then what kept other efflorescences from breaking through into commercial revolution-scale growth?</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For, remember, ultimately one did. After the Bubonic Plague of 1346-8 in western Europe there came the Renaissance. And that efflorescence did trigger faster growth: it triggered the Commercial-Imperial Revolution.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lnSpc>
                <a:spcPct val="80000"/>
              </a:lnSpc>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lnSpc>
                <a:spcPct val="80000"/>
              </a:lnSpc>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lnSpc>
                <a:spcPct val="80000"/>
              </a:lnSpc>
              <a:defRPr spc="-232" sz="11600">
                <a:solidFill>
                  <a:srgbClr val="000000"/>
                </a:solidFill>
              </a:defRPr>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spcBef>
                <a:spcPts val="1800"/>
              </a:spcBef>
              <a:buSzTx/>
              <a:buNone/>
              <a:defRPr spc="-55" sz="5500">
                <a:uFillTx/>
                <a:latin typeface="+mn-lt"/>
                <a:ea typeface="+mn-ea"/>
                <a:cs typeface="+mn-cs"/>
                <a:sym typeface="Helvetica"/>
              </a:defRPr>
            </a:lvl1pPr>
            <a:lvl2pPr marL="0" indent="457200" defTabSz="825500">
              <a:spcBef>
                <a:spcPts val="1800"/>
              </a:spcBef>
              <a:buSzTx/>
              <a:buNone/>
              <a:defRPr spc="-55" sz="5500">
                <a:uFillTx/>
                <a:latin typeface="+mn-lt"/>
                <a:ea typeface="+mn-ea"/>
                <a:cs typeface="+mn-cs"/>
                <a:sym typeface="Helvetica"/>
              </a:defRPr>
            </a:lvl2pPr>
            <a:lvl3pPr marL="0" indent="914400" defTabSz="825500">
              <a:spcBef>
                <a:spcPts val="1800"/>
              </a:spcBef>
              <a:buSzTx/>
              <a:buNone/>
              <a:defRPr spc="-55" sz="5500">
                <a:uFillTx/>
                <a:latin typeface="+mn-lt"/>
                <a:ea typeface="+mn-ea"/>
                <a:cs typeface="+mn-cs"/>
                <a:sym typeface="Helvetica"/>
              </a:defRPr>
            </a:lvl3pPr>
            <a:lvl4pPr marL="0" indent="1371600" defTabSz="825500">
              <a:spcBef>
                <a:spcPts val="1800"/>
              </a:spcBef>
              <a:buSzTx/>
              <a:buNone/>
              <a:defRPr spc="-55" sz="5500">
                <a:uFillTx/>
                <a:latin typeface="+mn-lt"/>
                <a:ea typeface="+mn-ea"/>
                <a:cs typeface="+mn-cs"/>
                <a:sym typeface="Helvetica"/>
              </a:defRPr>
            </a:lvl4pPr>
            <a:lvl5pPr marL="0" indent="1828800" defTabSz="825500">
              <a:spcBef>
                <a:spcPts val="1800"/>
              </a:spcBef>
              <a:buSzTx/>
              <a:buNone/>
              <a:defRPr spc="-55" sz="5500">
                <a:uFillTx/>
                <a:latin typeface="+mn-lt"/>
                <a:ea typeface="+mn-ea"/>
                <a:cs typeface="+mn-cs"/>
                <a:sym typeface="Helvetica"/>
              </a:defRPr>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defTabSz="2438338">
              <a:lnSpc>
                <a:spcPct val="80000"/>
              </a:lnSpc>
              <a:buSzTx/>
              <a:buNone/>
              <a:defRPr b="1" spc="-232" sz="11600">
                <a:uFillTx/>
                <a:latin typeface="+mn-lt"/>
                <a:ea typeface="+mn-ea"/>
                <a:cs typeface="+mn-cs"/>
                <a:sym typeface="Helvetica"/>
              </a:defRPr>
            </a:lvl1pPr>
            <a:lvl2pPr marL="0" indent="457200" algn="ctr" defTabSz="2438338">
              <a:lnSpc>
                <a:spcPct val="80000"/>
              </a:lnSpc>
              <a:buSzTx/>
              <a:buNone/>
              <a:defRPr b="1" spc="-232" sz="11600">
                <a:uFillTx/>
                <a:latin typeface="+mn-lt"/>
                <a:ea typeface="+mn-ea"/>
                <a:cs typeface="+mn-cs"/>
                <a:sym typeface="Helvetica"/>
              </a:defRPr>
            </a:lvl2pPr>
            <a:lvl3pPr marL="0" indent="914400" algn="ctr" defTabSz="2438338">
              <a:lnSpc>
                <a:spcPct val="80000"/>
              </a:lnSpc>
              <a:buSzTx/>
              <a:buNone/>
              <a:defRPr b="1" spc="-232" sz="11600">
                <a:uFillTx/>
                <a:latin typeface="+mn-lt"/>
                <a:ea typeface="+mn-ea"/>
                <a:cs typeface="+mn-cs"/>
                <a:sym typeface="Helvetica"/>
              </a:defRPr>
            </a:lvl3pPr>
            <a:lvl4pPr marL="0" indent="1371600" algn="ctr" defTabSz="2438338">
              <a:lnSpc>
                <a:spcPct val="80000"/>
              </a:lnSpc>
              <a:buSzTx/>
              <a:buNone/>
              <a:defRPr b="1" spc="-232" sz="11600">
                <a:uFillTx/>
                <a:latin typeface="+mn-lt"/>
                <a:ea typeface="+mn-ea"/>
                <a:cs typeface="+mn-cs"/>
                <a:sym typeface="Helvetica"/>
              </a:defRPr>
            </a:lvl4pPr>
            <a:lvl5pPr marL="0" indent="1828800" algn="ctr" defTabSz="2438338">
              <a:lnSpc>
                <a:spcPct val="80000"/>
              </a:lnSpc>
              <a:buSzTx/>
              <a:buNone/>
              <a:defRPr b="1" spc="-232" sz="11600">
                <a:uFillTx/>
                <a:latin typeface="+mn-lt"/>
                <a:ea typeface="+mn-ea"/>
                <a:cs typeface="+mn-cs"/>
                <a:sym typeface="Helvetica"/>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defTabSz="2438338">
              <a:lnSpc>
                <a:spcPct val="80000"/>
              </a:lnSpc>
              <a:buSzTx/>
              <a:buNone/>
              <a:defRPr b="1" spc="-250" sz="25000">
                <a:uFillTx/>
                <a:latin typeface="+mn-lt"/>
                <a:ea typeface="+mn-ea"/>
                <a:cs typeface="+mn-cs"/>
                <a:sym typeface="Helvetica"/>
              </a:defRPr>
            </a:lvl1pPr>
            <a:lvl2pPr marL="0" indent="457200" algn="ctr" defTabSz="2438338">
              <a:lnSpc>
                <a:spcPct val="80000"/>
              </a:lnSpc>
              <a:buSzTx/>
              <a:buNone/>
              <a:defRPr b="1" spc="-250" sz="25000">
                <a:uFillTx/>
                <a:latin typeface="+mn-lt"/>
                <a:ea typeface="+mn-ea"/>
                <a:cs typeface="+mn-cs"/>
                <a:sym typeface="Helvetica"/>
              </a:defRPr>
            </a:lvl2pPr>
            <a:lvl3pPr marL="0" indent="914400" algn="ctr" defTabSz="2438338">
              <a:lnSpc>
                <a:spcPct val="80000"/>
              </a:lnSpc>
              <a:buSzTx/>
              <a:buNone/>
              <a:defRPr b="1" spc="-250" sz="25000">
                <a:uFillTx/>
                <a:latin typeface="+mn-lt"/>
                <a:ea typeface="+mn-ea"/>
                <a:cs typeface="+mn-cs"/>
                <a:sym typeface="Helvetica"/>
              </a:defRPr>
            </a:lvl3pPr>
            <a:lvl4pPr marL="0" indent="1371600" algn="ctr" defTabSz="2438338">
              <a:lnSpc>
                <a:spcPct val="80000"/>
              </a:lnSpc>
              <a:buSzTx/>
              <a:buNone/>
              <a:defRPr b="1" spc="-250" sz="25000">
                <a:uFillTx/>
                <a:latin typeface="+mn-lt"/>
                <a:ea typeface="+mn-ea"/>
                <a:cs typeface="+mn-cs"/>
                <a:sym typeface="Helvetica"/>
              </a:defRPr>
            </a:lvl4pPr>
            <a:lvl5pPr marL="0" indent="1828800" algn="ctr" defTabSz="2438338">
              <a:lnSpc>
                <a:spcPct val="80000"/>
              </a:lnSpc>
              <a:buSzTx/>
              <a:buNone/>
              <a:defRPr b="1" spc="-250" sz="25000">
                <a:uFillTx/>
                <a:latin typeface="+mn-lt"/>
                <a:ea typeface="+mn-ea"/>
                <a:cs typeface="+mn-cs"/>
                <a:sym typeface="Helvetica"/>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defTabSz="825500">
              <a:buSzTx/>
              <a:buNone/>
              <a:defRPr b="1" sz="2700">
                <a:solidFill>
                  <a:srgbClr val="000080"/>
                </a:solidFill>
                <a:uFillTx/>
                <a:latin typeface="+mn-lt"/>
                <a:ea typeface="+mn-ea"/>
                <a:cs typeface="+mn-cs"/>
                <a:sym typeface="Helvetica"/>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defTabSz="2438338">
              <a:lnSpc>
                <a:spcPct val="90000"/>
              </a:lnSpc>
              <a:buSzTx/>
              <a:buNone/>
              <a:defRPr b="1" spc="-170" sz="8500">
                <a:uFillTx/>
                <a:latin typeface="+mn-lt"/>
                <a:ea typeface="+mn-ea"/>
                <a:cs typeface="+mn-cs"/>
                <a:sym typeface="Helvetica"/>
              </a:defRPr>
            </a:lvl1pPr>
            <a:lvl2pPr marL="638923" indent="-12700" defTabSz="2438338">
              <a:lnSpc>
                <a:spcPct val="90000"/>
              </a:lnSpc>
              <a:buSzTx/>
              <a:buNone/>
              <a:defRPr b="1" spc="-170" sz="8500">
                <a:uFillTx/>
                <a:latin typeface="+mn-lt"/>
                <a:ea typeface="+mn-ea"/>
                <a:cs typeface="+mn-cs"/>
                <a:sym typeface="Helvetica"/>
              </a:defRPr>
            </a:lvl2pPr>
            <a:lvl3pPr marL="638923" indent="444500" defTabSz="2438338">
              <a:lnSpc>
                <a:spcPct val="90000"/>
              </a:lnSpc>
              <a:buSzTx/>
              <a:buNone/>
              <a:defRPr b="1" spc="-170" sz="8500">
                <a:uFillTx/>
                <a:latin typeface="+mn-lt"/>
                <a:ea typeface="+mn-ea"/>
                <a:cs typeface="+mn-cs"/>
                <a:sym typeface="Helvetica"/>
              </a:defRPr>
            </a:lvl3pPr>
            <a:lvl4pPr marL="638923" indent="901700" defTabSz="2438338">
              <a:lnSpc>
                <a:spcPct val="90000"/>
              </a:lnSpc>
              <a:buSzTx/>
              <a:buNone/>
              <a:defRPr b="1" spc="-170" sz="8500">
                <a:uFillTx/>
                <a:latin typeface="+mn-lt"/>
                <a:ea typeface="+mn-ea"/>
                <a:cs typeface="+mn-cs"/>
                <a:sym typeface="Helvetica"/>
              </a:defRPr>
            </a:lvl4pPr>
            <a:lvl5pPr marL="638923" indent="1358900" defTabSz="2438338">
              <a:lnSpc>
                <a:spcPct val="90000"/>
              </a:lnSpc>
              <a:buSzTx/>
              <a:buNone/>
              <a:defRPr b="1" spc="-170" sz="8500">
                <a:uFillTx/>
                <a:latin typeface="+mn-lt"/>
                <a:ea typeface="+mn-ea"/>
                <a:cs typeface="+mn-cs"/>
                <a:sym typeface="Helvetica"/>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spcBef>
                <a:spcPts val="1600"/>
              </a:spcBef>
              <a:buSzPct val="75000"/>
              <a:defRPr sz="4800">
                <a:uFillTx/>
                <a:latin typeface="+mn-lt"/>
                <a:ea typeface="+mn-ea"/>
                <a:cs typeface="+mn-cs"/>
                <a:sym typeface="Helvetica"/>
              </a:defRPr>
            </a:lvl1pPr>
            <a:lvl2pPr marL="1037164" indent="-592664" defTabSz="583286">
              <a:spcBef>
                <a:spcPts val="1600"/>
              </a:spcBef>
              <a:buSzPct val="75000"/>
              <a:defRPr sz="4800">
                <a:uFillTx/>
                <a:latin typeface="+mn-lt"/>
                <a:ea typeface="+mn-ea"/>
                <a:cs typeface="+mn-cs"/>
                <a:sym typeface="Helvetica"/>
              </a:defRPr>
            </a:lvl2pPr>
            <a:lvl3pPr marL="1481664" indent="-592664" defTabSz="583286">
              <a:spcBef>
                <a:spcPts val="1600"/>
              </a:spcBef>
              <a:buSzPct val="75000"/>
              <a:defRPr sz="4800">
                <a:uFillTx/>
                <a:latin typeface="+mn-lt"/>
                <a:ea typeface="+mn-ea"/>
                <a:cs typeface="+mn-cs"/>
                <a:sym typeface="Helvetica"/>
              </a:defRPr>
            </a:lvl3pPr>
            <a:lvl4pPr marL="1926164" indent="-592664" defTabSz="583286">
              <a:spcBef>
                <a:spcPts val="1600"/>
              </a:spcBef>
              <a:buSzPct val="75000"/>
              <a:defRPr sz="4800">
                <a:uFillTx/>
                <a:latin typeface="+mn-lt"/>
                <a:ea typeface="+mn-ea"/>
                <a:cs typeface="+mn-cs"/>
                <a:sym typeface="Helvetica"/>
              </a:defRPr>
            </a:lvl4pPr>
            <a:lvl5pPr marL="2370664" indent="-592664" defTabSz="583286">
              <a:spcBef>
                <a:spcPts val="1600"/>
              </a:spcBef>
              <a:buSzPct val="75000"/>
              <a:defRPr sz="48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6000">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spcBef>
                <a:spcPts val="1500"/>
              </a:spcBef>
              <a:buSzPct val="100000"/>
              <a:buFont typeface="Helvetica"/>
              <a:defRPr sz="6400">
                <a:uFillTx/>
                <a:latin typeface="+mn-lt"/>
                <a:ea typeface="+mn-ea"/>
                <a:cs typeface="+mn-cs"/>
                <a:sym typeface="Helvetica"/>
              </a:defRPr>
            </a:lvl1pPr>
            <a:lvl2pPr marL="1110342" indent="-653142" defTabSz="1828800">
              <a:spcBef>
                <a:spcPts val="1500"/>
              </a:spcBef>
              <a:buSzPct val="100000"/>
              <a:buFont typeface="Helvetica"/>
              <a:buChar char="–"/>
              <a:defRPr sz="6400">
                <a:uFillTx/>
                <a:latin typeface="+mn-lt"/>
                <a:ea typeface="+mn-ea"/>
                <a:cs typeface="+mn-cs"/>
                <a:sym typeface="Helvetica"/>
              </a:defRPr>
            </a:lvl2pPr>
            <a:lvl3pPr marL="1524000" indent="-609600" defTabSz="1828800">
              <a:spcBef>
                <a:spcPts val="1500"/>
              </a:spcBef>
              <a:buSzPct val="100000"/>
              <a:buFont typeface="Helvetica"/>
              <a:defRPr sz="6400">
                <a:uFillTx/>
                <a:latin typeface="+mn-lt"/>
                <a:ea typeface="+mn-ea"/>
                <a:cs typeface="+mn-cs"/>
                <a:sym typeface="Helvetica"/>
              </a:defRPr>
            </a:lvl3pPr>
            <a:lvl4pPr marL="2103120" indent="-731520" defTabSz="1828800">
              <a:spcBef>
                <a:spcPts val="1500"/>
              </a:spcBef>
              <a:buSzPct val="100000"/>
              <a:buFont typeface="Helvetica"/>
              <a:buChar char="–"/>
              <a:defRPr sz="6400">
                <a:uFillTx/>
                <a:latin typeface="+mn-lt"/>
                <a:ea typeface="+mn-ea"/>
                <a:cs typeface="+mn-cs"/>
                <a:sym typeface="Helvetica"/>
              </a:defRPr>
            </a:lvl4pPr>
            <a:lvl5pPr marL="2560320" indent="-731520" defTabSz="1828800">
              <a:spcBef>
                <a:spcPts val="1500"/>
              </a:spcBef>
              <a:buSzPct val="100000"/>
              <a:buFont typeface="Helvetica"/>
              <a:buChar char="»"/>
              <a:defRPr sz="64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spcBef>
                <a:spcPts val="1300"/>
              </a:spcBef>
              <a:buSzPct val="100000"/>
              <a:buFont typeface="Helvetica"/>
              <a:defRPr sz="5600">
                <a:uFillTx/>
                <a:latin typeface="+mn-lt"/>
                <a:ea typeface="+mn-ea"/>
                <a:cs typeface="+mn-cs"/>
                <a:sym typeface="Helvetica"/>
              </a:defRPr>
            </a:lvl1pPr>
            <a:lvl2pPr marL="1123950" indent="-666750" defTabSz="1828800">
              <a:spcBef>
                <a:spcPts val="1300"/>
              </a:spcBef>
              <a:buSzPct val="100000"/>
              <a:buFont typeface="Helvetica"/>
              <a:buChar char="–"/>
              <a:defRPr sz="5600">
                <a:uFillTx/>
                <a:latin typeface="+mn-lt"/>
                <a:ea typeface="+mn-ea"/>
                <a:cs typeface="+mn-cs"/>
                <a:sym typeface="Helvetica"/>
              </a:defRPr>
            </a:lvl2pPr>
            <a:lvl3pPr marL="1554479" indent="-640079" defTabSz="1828800">
              <a:spcBef>
                <a:spcPts val="1300"/>
              </a:spcBef>
              <a:buSzPct val="100000"/>
              <a:buFont typeface="Helvetica"/>
              <a:defRPr sz="5600">
                <a:uFillTx/>
                <a:latin typeface="+mn-lt"/>
                <a:ea typeface="+mn-ea"/>
                <a:cs typeface="+mn-cs"/>
                <a:sym typeface="Helvetica"/>
              </a:defRPr>
            </a:lvl3pPr>
            <a:lvl4pPr indent="-711200" defTabSz="1828800">
              <a:spcBef>
                <a:spcPts val="1300"/>
              </a:spcBef>
              <a:buSzPct val="100000"/>
              <a:buFont typeface="Helvetica"/>
              <a:buChar char="–"/>
              <a:defRPr sz="5600">
                <a:uFillTx/>
                <a:latin typeface="+mn-lt"/>
                <a:ea typeface="+mn-ea"/>
                <a:cs typeface="+mn-cs"/>
                <a:sym typeface="Helvetica"/>
              </a:defRPr>
            </a:lvl4pPr>
            <a:lvl5pPr marL="2540000" indent="-711200" defTabSz="1828800">
              <a:spcBef>
                <a:spcPts val="1300"/>
              </a:spcBef>
              <a:buSzPct val="100000"/>
              <a:buFont typeface="Helvetica"/>
              <a:buChar char="»"/>
              <a:defRPr sz="56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spcBef>
                <a:spcPts val="1500"/>
              </a:spcBef>
              <a:buSzTx/>
              <a:buNone/>
              <a:defRPr sz="6400">
                <a:solidFill>
                  <a:srgbClr val="888888"/>
                </a:solidFill>
              </a:defRPr>
            </a:lvl1pPr>
            <a:lvl2pPr marL="0" indent="457200" algn="ctr" defTabSz="1828800">
              <a:spcBef>
                <a:spcPts val="1500"/>
              </a:spcBef>
              <a:buSzTx/>
              <a:buNone/>
              <a:defRPr sz="6400">
                <a:solidFill>
                  <a:srgbClr val="888888"/>
                </a:solidFill>
              </a:defRPr>
            </a:lvl2pPr>
            <a:lvl3pPr marL="0" indent="914400" algn="ctr" defTabSz="1828800">
              <a:spcBef>
                <a:spcPts val="1500"/>
              </a:spcBef>
              <a:buSzTx/>
              <a:buNone/>
              <a:defRPr sz="6400">
                <a:solidFill>
                  <a:srgbClr val="888888"/>
                </a:solidFill>
              </a:defRPr>
            </a:lvl3pPr>
            <a:lvl4pPr marL="0" indent="1371600" algn="ctr" defTabSz="1828800">
              <a:spcBef>
                <a:spcPts val="1500"/>
              </a:spcBef>
              <a:buSzTx/>
              <a:buNone/>
              <a:defRPr sz="6400">
                <a:solidFill>
                  <a:srgbClr val="888888"/>
                </a:solidFill>
              </a:defRPr>
            </a:lvl4pPr>
            <a:lvl5pPr marL="0" indent="1828800" algn="ctr" defTabSz="1828800">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spcBef>
                <a:spcPts val="5800"/>
              </a:spcBef>
              <a:buSzPct val="75000"/>
              <a:defRPr sz="4400">
                <a:uFillTx/>
                <a:latin typeface="Helvetica Light"/>
                <a:ea typeface="Helvetica Light"/>
                <a:cs typeface="Helvetica Light"/>
                <a:sym typeface="Helvetica Light"/>
              </a:defRPr>
            </a:lvl1pPr>
            <a:lvl2pPr marL="987776" indent="-543276" defTabSz="821527">
              <a:spcBef>
                <a:spcPts val="5800"/>
              </a:spcBef>
              <a:buSzPct val="75000"/>
              <a:defRPr sz="4400">
                <a:uFillTx/>
                <a:latin typeface="Helvetica Light"/>
                <a:ea typeface="Helvetica Light"/>
                <a:cs typeface="Helvetica Light"/>
                <a:sym typeface="Helvetica Light"/>
              </a:defRPr>
            </a:lvl2pPr>
            <a:lvl3pPr marL="1432274" indent="-543274" defTabSz="821527">
              <a:spcBef>
                <a:spcPts val="5800"/>
              </a:spcBef>
              <a:buSzPct val="75000"/>
              <a:defRPr sz="4400">
                <a:uFillTx/>
                <a:latin typeface="Helvetica Light"/>
                <a:ea typeface="Helvetica Light"/>
                <a:cs typeface="Helvetica Light"/>
                <a:sym typeface="Helvetica Light"/>
              </a:defRPr>
            </a:lvl3pPr>
            <a:lvl4pPr marL="1876774" indent="-543274" defTabSz="821527">
              <a:spcBef>
                <a:spcPts val="5800"/>
              </a:spcBef>
              <a:buSzPct val="75000"/>
              <a:defRPr sz="4400">
                <a:uFillTx/>
                <a:latin typeface="Helvetica Light"/>
                <a:ea typeface="Helvetica Light"/>
                <a:cs typeface="Helvetica Light"/>
                <a:sym typeface="Helvetica Light"/>
              </a:defRPr>
            </a:lvl4pPr>
            <a:lvl5pPr marL="2321276" indent="-543276" defTabSz="821527">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defRPr spc="0" sz="11200"/>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lvl1pPr>
              <a:defRPr>
                <a:latin typeface="Helvetica Neue"/>
                <a:ea typeface="Helvetica Neue"/>
                <a:cs typeface="Helvetica Neue"/>
                <a:sym typeface="Helvetica Neue"/>
              </a:defRPr>
            </a:lvl1p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Helvetica Neue"/>
                <a:ea typeface="Helvetica Neue"/>
                <a:cs typeface="Helvetica Neue"/>
                <a:sym typeface="Helvetica Neue"/>
              </a:defRPr>
            </a:lvl1pPr>
          </a:lstStyle>
          <a:p>
            <a:pPr/>
            <a:r>
              <a:t>Slide Subtitle</a:t>
            </a:r>
          </a:p>
        </p:txBody>
      </p:sp>
      <p:sp>
        <p:nvSpPr>
          <p:cNvPr id="250" name="Body Level One…"/>
          <p:cNvSpPr txBox="1"/>
          <p:nvPr>
            <p:ph type="body" idx="1" hasCustomPrompt="1"/>
          </p:nvPr>
        </p:nvSpPr>
        <p:spPr>
          <a:prstGeom prst="rect">
            <a:avLst/>
          </a:prstGeom>
        </p:spPr>
        <p:txBody>
          <a:bodyPr/>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51" name="Slide Number"/>
          <p:cNvSpPr txBox="1"/>
          <p:nvPr>
            <p:ph type="sldNum" sz="quarter" idx="2"/>
          </p:nvPr>
        </p:nvSpPr>
        <p:spPr>
          <a:xfrm>
            <a:off x="12001499" y="13080999"/>
            <a:ext cx="368505" cy="374600"/>
          </a:xfrm>
          <a:prstGeom prst="rect">
            <a:avLst/>
          </a:prstGeom>
        </p:spPr>
        <p:txBody>
          <a:bodyPr/>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prstGeom prst="rect">
            <a:avLst/>
          </a:prstGeom>
        </p:spPr>
        <p:txBody>
          <a:bodyPr/>
          <a:lstStyle>
            <a:lvl1pPr>
              <a:lnSpc>
                <a:spcPct val="80000"/>
              </a:lnSpc>
              <a:defRPr spc="-170" sz="8500">
                <a:solidFill>
                  <a:srgbClr val="000000"/>
                </a:solidFill>
              </a:defRPr>
            </a:lvl1pPr>
          </a:lstStyle>
          <a:p>
            <a:pPr/>
            <a:r>
              <a:t>Slide Title</a:t>
            </a:r>
          </a:p>
        </p:txBody>
      </p:sp>
      <p:sp>
        <p:nvSpPr>
          <p:cNvPr id="25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5500">
                <a:uFillTx/>
                <a:latin typeface="+mn-lt"/>
                <a:ea typeface="+mn-ea"/>
                <a:cs typeface="+mn-cs"/>
                <a:sym typeface="Helvetica"/>
              </a:defRPr>
            </a:lvl1pPr>
          </a:lstStyle>
          <a:p>
            <a:pPr/>
            <a:r>
              <a:t>Slide Subtitle</a:t>
            </a:r>
          </a:p>
        </p:txBody>
      </p:sp>
      <p:sp>
        <p:nvSpPr>
          <p:cNvPr id="260" name="Body Level One…"/>
          <p:cNvSpPr txBox="1"/>
          <p:nvPr>
            <p:ph type="body" idx="1" hasCustomPrompt="1"/>
          </p:nvPr>
        </p:nvSpPr>
        <p:spPr>
          <a:prstGeom prst="rect">
            <a:avLst/>
          </a:prstGeom>
        </p:spPr>
        <p:txBody>
          <a:bodyPr/>
          <a:lstStyle>
            <a:lvl1pPr marL="609600" indent="-609600" defTabSz="2438338">
              <a:lnSpc>
                <a:spcPct val="90000"/>
              </a:lnSpc>
              <a:spcBef>
                <a:spcPts val="4500"/>
              </a:spcBef>
              <a:defRPr sz="4800">
                <a:uFillTx/>
                <a:latin typeface="+mn-lt"/>
                <a:ea typeface="+mn-ea"/>
                <a:cs typeface="+mn-cs"/>
                <a:sym typeface="Helvetica"/>
              </a:defRPr>
            </a:lvl1pPr>
            <a:lvl2pPr marL="1219200" indent="-609600" defTabSz="2438338">
              <a:lnSpc>
                <a:spcPct val="90000"/>
              </a:lnSpc>
              <a:spcBef>
                <a:spcPts val="4500"/>
              </a:spcBef>
              <a:defRPr sz="4800">
                <a:uFillTx/>
                <a:latin typeface="+mn-lt"/>
                <a:ea typeface="+mn-ea"/>
                <a:cs typeface="+mn-cs"/>
                <a:sym typeface="Helvetica"/>
              </a:defRPr>
            </a:lvl2pPr>
            <a:lvl3pPr marL="1828800" indent="-609600" defTabSz="2438338">
              <a:lnSpc>
                <a:spcPct val="90000"/>
              </a:lnSpc>
              <a:spcBef>
                <a:spcPts val="4500"/>
              </a:spcBef>
              <a:defRPr sz="4800">
                <a:uFillTx/>
                <a:latin typeface="+mn-lt"/>
                <a:ea typeface="+mn-ea"/>
                <a:cs typeface="+mn-cs"/>
                <a:sym typeface="Helvetica"/>
              </a:defRPr>
            </a:lvl3pPr>
            <a:lvl4pPr marL="2438400" indent="-609600" defTabSz="2438338">
              <a:lnSpc>
                <a:spcPct val="90000"/>
              </a:lnSpc>
              <a:spcBef>
                <a:spcPts val="4500"/>
              </a:spcBef>
              <a:defRPr sz="4800">
                <a:uFillTx/>
                <a:latin typeface="+mn-lt"/>
                <a:ea typeface="+mn-ea"/>
                <a:cs typeface="+mn-cs"/>
                <a:sym typeface="Helvetica"/>
              </a:defRPr>
            </a:lvl4pPr>
            <a:lvl5pPr marL="3048000" indent="-609600" defTabSz="2438338">
              <a:lnSpc>
                <a:spcPct val="90000"/>
              </a:lnSpc>
              <a:spcBef>
                <a:spcPts val="4500"/>
              </a:spcBef>
              <a:defRPr sz="4800">
                <a:uFillTx/>
                <a:latin typeface="+mn-lt"/>
                <a:ea typeface="+mn-ea"/>
                <a:cs typeface="+mn-cs"/>
                <a:sym typeface="Helvetica"/>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68"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defRPr spc="0" sz="11200"/>
            </a:lvl1pPr>
          </a:lstStyle>
          <a:p>
            <a:pPr/>
            <a:r>
              <a:t>Title Text</a:t>
            </a:r>
          </a:p>
        </p:txBody>
      </p:sp>
      <p:sp>
        <p:nvSpPr>
          <p:cNvPr id="269"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20835138" y="13217523"/>
            <a:ext cx="494511"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7" name="Title Text"/>
          <p:cNvSpPr txBox="1"/>
          <p:nvPr>
            <p:ph type="title"/>
          </p:nvPr>
        </p:nvSpPr>
        <p:spPr>
          <a:xfrm>
            <a:off x="4387450" y="625074"/>
            <a:ext cx="15609100" cy="3036100"/>
          </a:xfrm>
          <a:prstGeom prst="rect">
            <a:avLst/>
          </a:prstGeom>
        </p:spPr>
        <p:txBody>
          <a:bodyPr lIns="71432" tIns="71432" rIns="71432" bIns="71432" anchor="ctr"/>
          <a:lstStyle>
            <a:lvl1pPr algn="ctr" defTabSz="821526">
              <a:defRPr spc="0" sz="11200"/>
            </a:lvl1pPr>
          </a:lstStyle>
          <a:p>
            <a:pPr/>
            <a:r>
              <a:t>Title Text</a:t>
            </a:r>
          </a:p>
        </p:txBody>
      </p:sp>
      <p:sp>
        <p:nvSpPr>
          <p:cNvPr id="278"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9"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6"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287"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95"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lnSpc>
                <a:spcPts val="17400"/>
              </a:lnSpc>
              <a:defRPr spc="0" sz="11200"/>
            </a:lvl1pPr>
          </a:lstStyle>
          <a:p>
            <a:pPr/>
            <a:r>
              <a:t>Title Text</a:t>
            </a:r>
          </a:p>
        </p:txBody>
      </p:sp>
      <p:sp>
        <p:nvSpPr>
          <p:cNvPr id="296"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97"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04" name="Title Text"/>
          <p:cNvSpPr txBox="1"/>
          <p:nvPr>
            <p:ph type="title"/>
          </p:nvPr>
        </p:nvSpPr>
        <p:spPr>
          <a:xfrm>
            <a:off x="4387450" y="625075"/>
            <a:ext cx="15609099" cy="3036098"/>
          </a:xfrm>
          <a:prstGeom prst="rect">
            <a:avLst/>
          </a:prstGeom>
        </p:spPr>
        <p:txBody>
          <a:bodyPr lIns="71433" tIns="71433" rIns="71433" bIns="71433" anchor="ctr"/>
          <a:lstStyle>
            <a:lvl1pPr algn="ctr" defTabSz="624360">
              <a:defRPr spc="0" sz="16000"/>
            </a:lvl1pPr>
          </a:lstStyle>
          <a:p>
            <a:pPr/>
            <a:r>
              <a:t>Title Text</a:t>
            </a:r>
          </a:p>
        </p:txBody>
      </p:sp>
      <p:sp>
        <p:nvSpPr>
          <p:cNvPr id="305"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13"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defRPr spc="0" sz="16000">
                <a:uFill>
                  <a:solidFill>
                    <a:srgbClr val="000000"/>
                  </a:solidFill>
                </a:uFill>
              </a:defRPr>
            </a:lvl1pPr>
          </a:lstStyle>
          <a:p>
            <a:pPr/>
            <a:r>
              <a:t>Title Text</a:t>
            </a:r>
          </a:p>
        </p:txBody>
      </p:sp>
      <p:sp>
        <p:nvSpPr>
          <p:cNvPr id="314"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22"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lnSpc>
                <a:spcPts val="17400"/>
              </a:lnSpc>
              <a:defRPr spc="0" sz="11200"/>
            </a:lvl1pPr>
          </a:lstStyle>
          <a:p>
            <a:pPr/>
            <a:r>
              <a:t>Title Text</a:t>
            </a:r>
          </a:p>
        </p:txBody>
      </p:sp>
      <p:sp>
        <p:nvSpPr>
          <p:cNvPr id="323"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31"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defRPr spc="0" sz="11200"/>
            </a:lvl1pPr>
          </a:lstStyle>
          <a:p>
            <a:pPr/>
            <a:r>
              <a:t>Title Text</a:t>
            </a:r>
          </a:p>
        </p:txBody>
      </p:sp>
      <p:sp>
        <p:nvSpPr>
          <p:cNvPr id="332"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0"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341"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9"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lnSpc>
                <a:spcPct val="80000"/>
              </a:lnSpc>
              <a:defRPr spc="-168" sz="8400">
                <a:latin typeface="Helvetica Neue"/>
                <a:ea typeface="Helvetica Neue"/>
                <a:cs typeface="Helvetica Neue"/>
                <a:sym typeface="Helvetica Neue"/>
              </a:defRPr>
            </a:lvl1pPr>
          </a:lstStyle>
          <a:p>
            <a:pPr/>
            <a:r>
              <a:t>Slide Title</a:t>
            </a:r>
          </a:p>
        </p:txBody>
      </p:sp>
      <p:sp>
        <p:nvSpPr>
          <p:cNvPr id="350"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buSzTx/>
              <a:buNone/>
              <a:defRPr b="1" sz="4000">
                <a:uFillTx/>
                <a:latin typeface="Helvetica Neue"/>
                <a:ea typeface="Helvetica Neue"/>
                <a:cs typeface="Helvetica Neue"/>
                <a:sym typeface="Helvetica Neue"/>
              </a:defRPr>
            </a:lvl1pPr>
            <a:lvl2pPr marL="938386" indent="-493886" defTabSz="660400">
              <a:buSzPct val="75000"/>
              <a:defRPr b="1" sz="4000">
                <a:uFillTx/>
                <a:latin typeface="Helvetica Neue"/>
                <a:ea typeface="Helvetica Neue"/>
                <a:cs typeface="Helvetica Neue"/>
                <a:sym typeface="Helvetica Neue"/>
              </a:defRPr>
            </a:lvl2pPr>
            <a:lvl3pPr marL="1382886" indent="-493886" defTabSz="660400">
              <a:buSzPct val="75000"/>
              <a:defRPr b="1" sz="4000">
                <a:uFillTx/>
                <a:latin typeface="Helvetica Neue"/>
                <a:ea typeface="Helvetica Neue"/>
                <a:cs typeface="Helvetica Neue"/>
                <a:sym typeface="Helvetica Neue"/>
              </a:defRPr>
            </a:lvl3pPr>
            <a:lvl4pPr marL="1827387" indent="-493886" defTabSz="660400">
              <a:buSzPct val="75000"/>
              <a:defRPr b="1" sz="4000">
                <a:uFillTx/>
                <a:latin typeface="Helvetica Neue"/>
                <a:ea typeface="Helvetica Neue"/>
                <a:cs typeface="Helvetica Neue"/>
                <a:sym typeface="Helvetica Neue"/>
              </a:defRPr>
            </a:lvl4pPr>
            <a:lvl5pPr marL="2271888" indent="-493888" defTabSz="660400">
              <a:buSzPct val="75000"/>
              <a:defRPr b="1" sz="4000">
                <a:uFillTx/>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351"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marL="609600" indent="-609600" defTabSz="2438337">
              <a:lnSpc>
                <a:spcPct val="90000"/>
              </a:lnSpc>
              <a:spcBef>
                <a:spcPts val="4400"/>
              </a:spcBef>
              <a:defRPr sz="4800">
                <a:uFillTx/>
                <a:latin typeface="Helvetica Neue"/>
                <a:ea typeface="Helvetica Neue"/>
                <a:cs typeface="Helvetica Neue"/>
                <a:sym typeface="Helvetica Neue"/>
              </a:defRPr>
            </a:lvl1pPr>
          </a:lstStyle>
          <a:p>
            <a:pPr/>
            <a:r>
              <a:t>Slide bullet text</a:t>
            </a:r>
          </a:p>
        </p:txBody>
      </p:sp>
      <p:sp>
        <p:nvSpPr>
          <p:cNvPr id="35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59"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buSzTx/>
              <a:buNone/>
              <a:defRPr b="1" sz="2800">
                <a:uFillTx/>
                <a:latin typeface="Helvetica Neue"/>
                <a:ea typeface="Helvetica Neue"/>
                <a:cs typeface="Helvetica Neue"/>
                <a:sym typeface="Helvetica Neue"/>
              </a:defRPr>
            </a:lvl1pPr>
            <a:lvl2pPr marL="790220" indent="-345720" defTabSz="676908">
              <a:buSzPct val="75000"/>
              <a:defRPr b="1" sz="2800">
                <a:uFillTx/>
                <a:latin typeface="Helvetica Neue"/>
                <a:ea typeface="Helvetica Neue"/>
                <a:cs typeface="Helvetica Neue"/>
                <a:sym typeface="Helvetica Neue"/>
              </a:defRPr>
            </a:lvl2pPr>
            <a:lvl3pPr marL="1234720" indent="-345720" defTabSz="676908">
              <a:buSzPct val="75000"/>
              <a:defRPr b="1" sz="2800">
                <a:uFillTx/>
                <a:latin typeface="Helvetica Neue"/>
                <a:ea typeface="Helvetica Neue"/>
                <a:cs typeface="Helvetica Neue"/>
                <a:sym typeface="Helvetica Neue"/>
              </a:defRPr>
            </a:lvl3pPr>
            <a:lvl4pPr marL="1679221" indent="-345720" defTabSz="676908">
              <a:buSzPct val="75000"/>
              <a:defRPr b="1" sz="2800">
                <a:uFillTx/>
                <a:latin typeface="Helvetica Neue"/>
                <a:ea typeface="Helvetica Neue"/>
                <a:cs typeface="Helvetica Neue"/>
                <a:sym typeface="Helvetica Neue"/>
              </a:defRPr>
            </a:lvl4pPr>
            <a:lvl5pPr marL="2123721" indent="-345721" defTabSz="676908">
              <a:buSzPct val="75000"/>
              <a:defRPr b="1" sz="2800">
                <a:uFillTx/>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360"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lnSpc>
                <a:spcPct val="80000"/>
              </a:lnSpc>
              <a:defRPr spc="-232" sz="11600">
                <a:latin typeface="Helvetica Neue"/>
                <a:ea typeface="Helvetica Neue"/>
                <a:cs typeface="Helvetica Neue"/>
                <a:sym typeface="Helvetica Neue"/>
              </a:defRPr>
            </a:lvl1pPr>
          </a:lstStyle>
          <a:p>
            <a:pPr/>
            <a:r>
              <a:t>Presentation Title</a:t>
            </a:r>
          </a:p>
        </p:txBody>
      </p:sp>
      <p:sp>
        <p:nvSpPr>
          <p:cNvPr id="361"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stStyle>
          <a:p>
            <a:pPr/>
            <a:r>
              <a:t>Presentation Subtitle</a:t>
            </a:r>
          </a:p>
        </p:txBody>
      </p:sp>
      <p:sp>
        <p:nvSpPr>
          <p:cNvPr id="36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69" name="Slide Title"/>
          <p:cNvSpPr txBox="1"/>
          <p:nvPr>
            <p:ph type="title" hasCustomPrompt="1"/>
          </p:nvPr>
        </p:nvSpPr>
        <p:spPr>
          <a:xfrm>
            <a:off x="3952875" y="2524125"/>
            <a:ext cx="16478250" cy="1074872"/>
          </a:xfrm>
          <a:prstGeom prst="rect">
            <a:avLst/>
          </a:prstGeom>
        </p:spPr>
        <p:txBody>
          <a:bodyPr lIns="38100" tIns="38100" rIns="38100" bIns="38100"/>
          <a:lstStyle>
            <a:lvl1pPr>
              <a:lnSpc>
                <a:spcPct val="80000"/>
              </a:lnSpc>
              <a:defRPr spc="-168" sz="8400">
                <a:solidFill>
                  <a:srgbClr val="000000"/>
                </a:solidFill>
                <a:latin typeface="Helvetica Neue"/>
                <a:ea typeface="Helvetica Neue"/>
                <a:cs typeface="Helvetica Neue"/>
                <a:sym typeface="Helvetica Neue"/>
              </a:defRPr>
            </a:lvl1pPr>
          </a:lstStyle>
          <a:p>
            <a:pPr/>
            <a:r>
              <a:t>Slide Title</a:t>
            </a:r>
          </a:p>
        </p:txBody>
      </p:sp>
      <p:sp>
        <p:nvSpPr>
          <p:cNvPr id="370"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buSzTx/>
              <a:buNone/>
              <a:defRPr b="1" sz="4212">
                <a:uFillTx/>
                <a:latin typeface="Helvetica Neue"/>
                <a:ea typeface="Helvetica Neue"/>
                <a:cs typeface="Helvetica Neue"/>
                <a:sym typeface="Helvetica Neue"/>
              </a:defRPr>
            </a:lvl1pPr>
          </a:lstStyle>
          <a:p>
            <a:pPr/>
            <a:r>
              <a:t>Slide Subtitle</a:t>
            </a:r>
          </a:p>
        </p:txBody>
      </p:sp>
      <p:sp>
        <p:nvSpPr>
          <p:cNvPr id="371"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marL="609600" indent="-609600" defTabSz="2438338">
              <a:lnSpc>
                <a:spcPct val="90000"/>
              </a:lnSpc>
              <a:spcBef>
                <a:spcPts val="4500"/>
              </a:spcBef>
              <a:defRPr sz="4800">
                <a:uFillTx/>
                <a:latin typeface="Helvetica Neue"/>
                <a:ea typeface="Helvetica Neue"/>
                <a:cs typeface="Helvetica Neue"/>
                <a:sym typeface="Helvetica Neue"/>
              </a:defRPr>
            </a:lvl1pPr>
            <a:lvl2pPr marL="1219200" indent="-609600" defTabSz="2438338">
              <a:lnSpc>
                <a:spcPct val="90000"/>
              </a:lnSpc>
              <a:spcBef>
                <a:spcPts val="4500"/>
              </a:spcBef>
              <a:defRPr sz="4800">
                <a:uFillTx/>
                <a:latin typeface="Helvetica Neue"/>
                <a:ea typeface="Helvetica Neue"/>
                <a:cs typeface="Helvetica Neue"/>
                <a:sym typeface="Helvetica Neue"/>
              </a:defRPr>
            </a:lvl2pPr>
            <a:lvl3pPr marL="1828800" indent="-609600" defTabSz="2438338">
              <a:lnSpc>
                <a:spcPct val="90000"/>
              </a:lnSpc>
              <a:spcBef>
                <a:spcPts val="4500"/>
              </a:spcBef>
              <a:defRPr sz="4800">
                <a:uFillTx/>
                <a:latin typeface="Helvetica Neue"/>
                <a:ea typeface="Helvetica Neue"/>
                <a:cs typeface="Helvetica Neue"/>
                <a:sym typeface="Helvetica Neue"/>
              </a:defRPr>
            </a:lvl3pPr>
            <a:lvl4pPr marL="2438400" indent="-609600" defTabSz="2438338">
              <a:lnSpc>
                <a:spcPct val="90000"/>
              </a:lnSpc>
              <a:spcBef>
                <a:spcPts val="4500"/>
              </a:spcBef>
              <a:defRPr sz="4800">
                <a:uFillTx/>
                <a:latin typeface="Helvetica Neue"/>
                <a:ea typeface="Helvetica Neue"/>
                <a:cs typeface="Helvetica Neue"/>
                <a:sym typeface="Helvetica Neue"/>
              </a:defRPr>
            </a:lvl4pPr>
            <a:lvl5pPr marL="3048000" indent="-609600" defTabSz="2438338">
              <a:lnSpc>
                <a:spcPct val="90000"/>
              </a:lnSpc>
              <a:spcBef>
                <a:spcPts val="4500"/>
              </a:spcBef>
              <a:defRPr sz="4800">
                <a:uFillTx/>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37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79"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buSzTx/>
              <a:buNone/>
              <a:defRPr b="1" sz="2807">
                <a:uFillTx/>
                <a:latin typeface="Helvetica Neue"/>
                <a:ea typeface="Helvetica Neue"/>
                <a:cs typeface="Helvetica Neue"/>
                <a:sym typeface="Helvetica Neue"/>
              </a:defRPr>
            </a:lvl1pPr>
          </a:lstStyle>
          <a:p>
            <a:pPr/>
            <a:r>
              <a:t>Author and Date</a:t>
            </a:r>
          </a:p>
        </p:txBody>
      </p:sp>
      <p:sp>
        <p:nvSpPr>
          <p:cNvPr id="380"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lnSpc>
                <a:spcPct val="80000"/>
              </a:lnSpc>
              <a:defRPr spc="-232" sz="11600">
                <a:latin typeface="Helvetica Neue"/>
                <a:ea typeface="Helvetica Neue"/>
                <a:cs typeface="Helvetica Neue"/>
                <a:sym typeface="Helvetica Neue"/>
              </a:defRPr>
            </a:lvl1pPr>
          </a:lstStyle>
          <a:p>
            <a:pPr/>
            <a:r>
              <a:t>Presentation Title</a:t>
            </a:r>
          </a:p>
        </p:txBody>
      </p:sp>
      <p:sp>
        <p:nvSpPr>
          <p:cNvPr id="381"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vl2pPr marL="0" indent="457200" defTabSz="825500">
              <a:buSzTx/>
              <a:buNone/>
              <a:defRPr b="1" sz="5200">
                <a:uFillTx/>
                <a:latin typeface="Helvetica Neue"/>
                <a:ea typeface="Helvetica Neue"/>
                <a:cs typeface="Helvetica Neue"/>
                <a:sym typeface="Helvetica Neue"/>
              </a:defRPr>
            </a:lvl2pPr>
            <a:lvl3pPr marL="0" indent="914400" defTabSz="825500">
              <a:buSzTx/>
              <a:buNone/>
              <a:defRPr b="1" sz="5200">
                <a:uFillTx/>
                <a:latin typeface="Helvetica Neue"/>
                <a:ea typeface="Helvetica Neue"/>
                <a:cs typeface="Helvetica Neue"/>
                <a:sym typeface="Helvetica Neue"/>
              </a:defRPr>
            </a:lvl3pPr>
            <a:lvl4pPr marL="0" indent="1371600" defTabSz="825500">
              <a:buSzTx/>
              <a:buNone/>
              <a:defRPr b="1" sz="5200">
                <a:uFillTx/>
                <a:latin typeface="Helvetica Neue"/>
                <a:ea typeface="Helvetica Neue"/>
                <a:cs typeface="Helvetica Neue"/>
                <a:sym typeface="Helvetica Neue"/>
              </a:defRPr>
            </a:lvl4pPr>
            <a:lvl5pPr marL="0" indent="1828800" defTabSz="825500">
              <a:buSzTx/>
              <a:buNone/>
              <a:defRPr b="1" sz="5200">
                <a:uFillTx/>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38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transition xmlns:p14="http://schemas.microsoft.com/office/powerpoint/2010/main" spd="med" advClick="1"/>
  <p:txStyles>
    <p:titleStyle>
      <a:lvl1pPr marL="0" marR="0" indent="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1pPr>
      <a:lvl2pPr marL="0" marR="0" indent="457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2pPr>
      <a:lvl3pPr marL="0" marR="0" indent="914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3pPr>
      <a:lvl4pPr marL="0" marR="0" indent="1371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4pPr>
      <a:lvl5pPr marL="0" marR="0" indent="18288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5pPr>
      <a:lvl6pPr marL="0" marR="0" indent="22860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6pPr>
      <a:lvl7pPr marL="0" marR="0" indent="2743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7pPr>
      <a:lvl8pPr marL="0" marR="0" indent="3200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8pPr>
      <a:lvl9pPr marL="0" marR="0" indent="3657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9pPr>
    </p:titleStyle>
    <p:bodyStyle>
      <a:lvl1pPr marL="254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1pPr>
      <a:lvl2pPr marL="863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2pPr>
      <a:lvl3pPr marL="1473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3pPr>
      <a:lvl4pPr marL="2082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4pPr>
      <a:lvl5pPr marL="26924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5pPr>
      <a:lvl6pPr marL="3302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6pPr>
      <a:lvl7pPr marL="3911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7pPr>
      <a:lvl8pPr marL="4521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8pPr>
      <a:lvl9pPr marL="5130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s://delong.typepad.com/finley-technical.pdf"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ubsistence”"/>
          <p:cNvSpPr txBox="1"/>
          <p:nvPr>
            <p:ph type="title" idx="4294967295"/>
          </p:nvPr>
        </p:nvSpPr>
        <p:spPr>
          <a:xfrm>
            <a:off x="381000" y="-4"/>
            <a:ext cx="23622000" cy="2540006"/>
          </a:xfrm>
          <a:prstGeom prst="rect">
            <a:avLst/>
          </a:prstGeom>
        </p:spPr>
        <p:txBody>
          <a:bodyPr lIns="91436" tIns="91436" rIns="91436" bIns="91436" anchor="ctr"/>
          <a:lstStyle>
            <a:lvl1pPr algn="ctr" defTabSz="585215">
              <a:defRPr spc="0" sz="7679">
                <a:uFill>
                  <a:solidFill>
                    <a:srgbClr val="000000"/>
                  </a:solidFill>
                </a:uFill>
              </a:defRPr>
            </a:lvl1pPr>
          </a:lstStyle>
          <a:p>
            <a:pPr/>
            <a:r>
              <a:t>2.1. Intro Video: Agrarian Near-Stagnation: “Subsistence” &amp; “Escape”</a:t>
            </a:r>
          </a:p>
        </p:txBody>
      </p:sp>
      <p:pic>
        <p:nvPicPr>
          <p:cNvPr id="392" name="Image" descr="Image"/>
          <p:cNvPicPr>
            <a:picLocks noChangeAspect="0"/>
          </p:cNvPicPr>
          <p:nvPr/>
        </p:nvPicPr>
        <p:blipFill>
          <a:blip r:embed="rId3">
            <a:extLst/>
          </a:blip>
          <a:srcRect l="0" t="0" r="0" b="1090"/>
          <a:stretch>
            <a:fillRect/>
          </a:stretch>
        </p:blipFill>
        <p:spPr>
          <a:xfrm>
            <a:off x="359394" y="2540000"/>
            <a:ext cx="11430001" cy="8357433"/>
          </a:xfrm>
          <a:prstGeom prst="rect">
            <a:avLst/>
          </a:prstGeom>
          <a:ln w="12700">
            <a:miter lim="400000"/>
          </a:ln>
        </p:spPr>
      </p:pic>
      <p:sp>
        <p:nvSpPr>
          <p:cNvPr id="393" name="2021-02-02"/>
          <p:cNvSpPr txBox="1"/>
          <p:nvPr/>
        </p:nvSpPr>
        <p:spPr>
          <a:xfrm>
            <a:off x="359394" y="13215627"/>
            <a:ext cx="23643608" cy="5003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100">
                <a:solidFill>
                  <a:srgbClr val="000000"/>
                </a:solidFill>
                <a:uFill>
                  <a:solidFill>
                    <a:srgbClr val="000000"/>
                  </a:solidFill>
                </a:uFill>
              </a:defRPr>
            </a:lvl1pPr>
          </a:lstStyle>
          <a:p>
            <a:pPr/>
            <a:r>
              <a:t>2021-02-02</a:t>
            </a:r>
          </a:p>
        </p:txBody>
      </p:sp>
      <p:sp>
        <p:nvSpPr>
          <p:cNvPr id="394" name="From Clark: Condition of Working Class in England…"/>
          <p:cNvSpPr txBox="1"/>
          <p:nvPr>
            <p:ph type="body" sz="quarter" idx="4294967295"/>
          </p:nvPr>
        </p:nvSpPr>
        <p:spPr>
          <a:xfrm>
            <a:off x="359394" y="11021419"/>
            <a:ext cx="11138650" cy="2194209"/>
          </a:xfrm>
          <a:prstGeom prst="rect">
            <a:avLst/>
          </a:prstGeom>
        </p:spPr>
        <p:txBody>
          <a:bodyPr lIns="91436" tIns="91436" rIns="91436" bIns="91436"/>
          <a:lstStyle/>
          <a:p>
            <a:pPr marL="0" indent="0" defTabSz="420623">
              <a:buSzTx/>
              <a:buNone/>
              <a:defRPr b="1" sz="2208">
                <a:latin typeface="+mn-lt"/>
                <a:ea typeface="+mn-ea"/>
                <a:cs typeface="+mn-cs"/>
                <a:sym typeface="Helvetica"/>
              </a:defRPr>
            </a:pPr>
            <a:r>
              <a:t>From Clark: Condition of Working Class in England</a:t>
            </a:r>
          </a:p>
          <a:p>
            <a:pPr marL="0" indent="0" defTabSz="420623">
              <a:buSzTx/>
              <a:buNone/>
              <a:defRPr b="1" sz="2208">
                <a:latin typeface="+mn-lt"/>
                <a:ea typeface="+mn-ea"/>
                <a:cs typeface="+mn-cs"/>
                <a:sym typeface="Helvetica"/>
              </a:defRPr>
            </a:pPr>
          </a:p>
          <a:p>
            <a:pPr marL="221380" indent="-221380" defTabSz="420623">
              <a:buSzPct val="100000"/>
              <a:defRPr sz="1840"/>
            </a:pPr>
            <a:r>
              <a:t>"Manual workers”—70% of median, 50% of average</a:t>
            </a:r>
          </a:p>
          <a:p>
            <a:pPr marL="221380" indent="-221380" defTabSz="420623">
              <a:buSzPct val="100000"/>
              <a:defRPr sz="1840"/>
            </a:pPr>
            <a:r>
              <a:t>70% spent on food</a:t>
            </a:r>
          </a:p>
          <a:p>
            <a:pPr lvl="1" marL="396640" indent="-221380" defTabSz="420623">
              <a:buSzPct val="100000"/>
              <a:defRPr sz="1840"/>
            </a:pPr>
            <a:r>
              <a:t>30-40% grains</a:t>
            </a:r>
          </a:p>
          <a:p>
            <a:pPr lvl="1" marL="396640" indent="-221380" defTabSz="420623">
              <a:buSzPct val="100000"/>
              <a:defRPr sz="1840"/>
            </a:pPr>
            <a:r>
              <a:t>20% meat and dairy</a:t>
            </a:r>
          </a:p>
          <a:p>
            <a:pPr marL="221380" indent="-221380" defTabSz="420623">
              <a:buSzPct val="100000"/>
              <a:defRPr sz="1840"/>
            </a:pPr>
            <a:r>
              <a:t>This is a very rich pre-industrial population</a:t>
            </a:r>
          </a:p>
        </p:txBody>
      </p:sp>
      <p:pic>
        <p:nvPicPr>
          <p:cNvPr id="395" name="Image" descr="Image"/>
          <p:cNvPicPr>
            <a:picLocks noChangeAspect="0"/>
          </p:cNvPicPr>
          <p:nvPr/>
        </p:nvPicPr>
        <p:blipFill>
          <a:blip r:embed="rId4">
            <a:extLst/>
          </a:blip>
          <a:srcRect l="0" t="13943" r="0" b="0"/>
          <a:stretch>
            <a:fillRect/>
          </a:stretch>
        </p:blipFill>
        <p:spPr>
          <a:xfrm>
            <a:off x="12954000" y="2540001"/>
            <a:ext cx="11430000" cy="1067553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2021-02-02"/>
          <p:cNvSpPr txBox="1"/>
          <p:nvPr/>
        </p:nvSpPr>
        <p:spPr>
          <a:xfrm>
            <a:off x="740394" y="13215627"/>
            <a:ext cx="23643608" cy="5003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100">
                <a:solidFill>
                  <a:srgbClr val="000000"/>
                </a:solidFill>
                <a:uFill>
                  <a:solidFill>
                    <a:srgbClr val="000000"/>
                  </a:solidFill>
                </a:uFill>
              </a:defRPr>
            </a:lvl1pPr>
          </a:lstStyle>
          <a:p>
            <a:pPr/>
            <a:r>
              <a:t>2021-02-02</a:t>
            </a:r>
          </a:p>
        </p:txBody>
      </p:sp>
      <p:sp>
        <p:nvSpPr>
          <p:cNvPr id="400" name="Measuring Roman Efflorescence"/>
          <p:cNvSpPr txBox="1"/>
          <p:nvPr>
            <p:ph type="title" idx="4294967295"/>
          </p:nvPr>
        </p:nvSpPr>
        <p:spPr>
          <a:xfrm>
            <a:off x="381000" y="-3"/>
            <a:ext cx="23500081" cy="1967654"/>
          </a:xfrm>
          <a:prstGeom prst="rect">
            <a:avLst/>
          </a:prstGeom>
        </p:spPr>
        <p:txBody>
          <a:bodyPr lIns="91437" tIns="91437" rIns="91437" bIns="91437" anchor="ctr"/>
          <a:lstStyle>
            <a:lvl1pPr algn="ctr" defTabSz="447963">
              <a:defRPr spc="0" sz="8280">
                <a:solidFill>
                  <a:srgbClr val="008000"/>
                </a:solidFill>
                <a:uFill>
                  <a:solidFill>
                    <a:srgbClr val="000000"/>
                  </a:solidFill>
                </a:uFill>
                <a:latin typeface="Calibri"/>
                <a:ea typeface="Calibri"/>
                <a:cs typeface="Calibri"/>
                <a:sym typeface="Calibri"/>
              </a:defRPr>
            </a:lvl1pPr>
          </a:lstStyle>
          <a:p>
            <a:pPr/>
            <a:r>
              <a:t>Roman Efflorescence, But Then the Dark Age Begins…</a:t>
            </a:r>
          </a:p>
        </p:txBody>
      </p:sp>
      <p:sp>
        <p:nvSpPr>
          <p:cNvPr id="401" name="Slide taken from Melissa Dell"/>
          <p:cNvSpPr txBox="1"/>
          <p:nvPr/>
        </p:nvSpPr>
        <p:spPr>
          <a:xfrm>
            <a:off x="-1" y="-1"/>
            <a:ext cx="5545353" cy="741677"/>
          </a:xfrm>
          <a:prstGeom prst="rect">
            <a:avLst/>
          </a:prstGeom>
          <a:ln w="12700">
            <a:miter lim="400000"/>
          </a:ln>
          <a:extLst>
            <a:ext uri="{C572A759-6A51-4108-AA02-DFA0A04FC94B}">
              <ma14:wrappingTextBoxFlag xmlns:ma14="http://schemas.microsoft.com/office/mac/drawingml/2011/main" val="1"/>
            </a:ext>
          </a:extLst>
        </p:spPr>
        <p:txBody>
          <a:bodyPr wrap="none" lIns="91437" tIns="91437" rIns="91437" bIns="91437">
            <a:spAutoFit/>
          </a:bodyPr>
          <a:lstStyle>
            <a:lvl1pPr algn="l" defTabSz="914400">
              <a:defRPr sz="3600">
                <a:solidFill>
                  <a:srgbClr val="000000"/>
                </a:solidFill>
                <a:uFill>
                  <a:solidFill>
                    <a:srgbClr val="000000"/>
                  </a:solidFill>
                </a:uFill>
                <a:latin typeface="Calibri"/>
                <a:ea typeface="Calibri"/>
                <a:cs typeface="Calibri"/>
                <a:sym typeface="Calibri"/>
              </a:defRPr>
            </a:lvl1pPr>
          </a:lstStyle>
          <a:p>
            <a:pPr/>
            <a:r>
              <a:t>Slide taken from Melissa Dell</a:t>
            </a:r>
          </a:p>
        </p:txBody>
      </p:sp>
      <p:pic>
        <p:nvPicPr>
          <p:cNvPr id="402" name="Image" descr="Image"/>
          <p:cNvPicPr>
            <a:picLocks noChangeAspect="0"/>
          </p:cNvPicPr>
          <p:nvPr/>
        </p:nvPicPr>
        <p:blipFill>
          <a:blip r:embed="rId3">
            <a:extLst/>
          </a:blip>
          <a:stretch>
            <a:fillRect/>
          </a:stretch>
        </p:blipFill>
        <p:spPr>
          <a:xfrm>
            <a:off x="-1" y="9232620"/>
            <a:ext cx="10079526" cy="4143028"/>
          </a:xfrm>
          <a:prstGeom prst="rect">
            <a:avLst/>
          </a:prstGeom>
          <a:ln w="12700">
            <a:miter lim="400000"/>
          </a:ln>
        </p:spPr>
      </p:pic>
      <p:pic>
        <p:nvPicPr>
          <p:cNvPr id="403" name="Image" descr="Image"/>
          <p:cNvPicPr>
            <a:picLocks noChangeAspect="1"/>
          </p:cNvPicPr>
          <p:nvPr/>
        </p:nvPicPr>
        <p:blipFill>
          <a:blip r:embed="rId4">
            <a:extLst/>
          </a:blip>
          <a:stretch>
            <a:fillRect/>
          </a:stretch>
        </p:blipFill>
        <p:spPr>
          <a:xfrm>
            <a:off x="2797506" y="13215627"/>
            <a:ext cx="5270501" cy="438319"/>
          </a:xfrm>
          <a:prstGeom prst="rect">
            <a:avLst/>
          </a:prstGeom>
          <a:ln w="12700">
            <a:miter lim="400000"/>
          </a:ln>
        </p:spPr>
      </p:pic>
      <p:pic>
        <p:nvPicPr>
          <p:cNvPr id="404" name="Image" descr="Image"/>
          <p:cNvPicPr>
            <a:picLocks noChangeAspect="0"/>
          </p:cNvPicPr>
          <p:nvPr/>
        </p:nvPicPr>
        <p:blipFill>
          <a:blip r:embed="rId5">
            <a:extLst/>
          </a:blip>
          <a:stretch>
            <a:fillRect/>
          </a:stretch>
        </p:blipFill>
        <p:spPr>
          <a:xfrm>
            <a:off x="381000" y="5768153"/>
            <a:ext cx="9454196" cy="3984401"/>
          </a:xfrm>
          <a:prstGeom prst="rect">
            <a:avLst/>
          </a:prstGeom>
          <a:ln w="12700">
            <a:miter lim="400000"/>
          </a:ln>
        </p:spPr>
      </p:pic>
      <p:pic>
        <p:nvPicPr>
          <p:cNvPr id="405" name="Image" descr="Image"/>
          <p:cNvPicPr>
            <a:picLocks noChangeAspect="0"/>
          </p:cNvPicPr>
          <p:nvPr/>
        </p:nvPicPr>
        <p:blipFill>
          <a:blip r:embed="rId6">
            <a:extLst/>
          </a:blip>
          <a:stretch>
            <a:fillRect/>
          </a:stretch>
        </p:blipFill>
        <p:spPr>
          <a:xfrm>
            <a:off x="381000" y="1805419"/>
            <a:ext cx="9345725" cy="4352615"/>
          </a:xfrm>
          <a:prstGeom prst="rect">
            <a:avLst/>
          </a:prstGeom>
          <a:ln w="12700">
            <a:miter lim="400000"/>
          </a:ln>
        </p:spPr>
      </p:pic>
      <p:sp>
        <p:nvSpPr>
          <p:cNvPr id="406" name="For the Roman Empire, the collapse of Roman authority was pronounced, particularly in the West:…"/>
          <p:cNvSpPr txBox="1"/>
          <p:nvPr/>
        </p:nvSpPr>
        <p:spPr>
          <a:xfrm>
            <a:off x="10219331" y="1876296"/>
            <a:ext cx="13661750" cy="11339332"/>
          </a:xfrm>
          <a:prstGeom prst="rect">
            <a:avLst/>
          </a:prstGeom>
          <a:ln w="12700">
            <a:miter lim="400000"/>
          </a:ln>
          <a:extLst>
            <a:ext uri="{C572A759-6A51-4108-AA02-DFA0A04FC94B}">
              <ma14:wrappingTextBoxFlag xmlns:ma14="http://schemas.microsoft.com/office/mac/drawingml/2011/main" val="1"/>
            </a:ext>
          </a:extLst>
        </p:spPr>
        <p:txBody>
          <a:bodyPr lIns="91437" tIns="91437" rIns="91437" bIns="91437">
            <a:normAutofit fontScale="100000" lnSpcReduction="0"/>
          </a:bodyPr>
          <a:lstStyle/>
          <a:p>
            <a:pPr algn="l" defTabSz="813816">
              <a:spcBef>
                <a:spcPts val="2000"/>
              </a:spcBef>
              <a:buFont typeface="Arial"/>
              <a:defRPr b="1" sz="4200">
                <a:solidFill>
                  <a:srgbClr val="000000"/>
                </a:solidFill>
                <a:uFill>
                  <a:solidFill>
                    <a:srgbClr val="000000"/>
                  </a:solidFill>
                </a:uFill>
              </a:defRPr>
            </a:pPr>
            <a:r>
              <a:t>For the Roman Empire, the collapse of Roman authority was pronounced, particularly in the West:</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By 450AD all the trappings of Roman economic prosperity were gone.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Money vanished from circulation.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Urban areas were abandoned and buildings stripped of stone.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The roads were overgrown with weeds.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The only type of pottery which was fabricated was crude and hand made, not manufactured.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People forgot how to use mortar and they also forgot how to read and write.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Roofs were made of branches, not tiles. </a:t>
            </a:r>
          </a:p>
          <a:p>
            <a:pPr marL="428324" indent="-428324" algn="l" defTabSz="813816">
              <a:spcBef>
                <a:spcPts val="2000"/>
              </a:spcBef>
              <a:buSzPct val="100000"/>
              <a:buChar char="•"/>
              <a:defRPr sz="4200">
                <a:solidFill>
                  <a:srgbClr val="000000"/>
                </a:solidFill>
                <a:uFill>
                  <a:solidFill>
                    <a:srgbClr val="000000"/>
                  </a:solidFill>
                </a:uFill>
                <a:latin typeface="Times New Roman"/>
                <a:ea typeface="Times New Roman"/>
                <a:cs typeface="Times New Roman"/>
                <a:sym typeface="Times New Roman"/>
              </a:defRPr>
            </a:pPr>
            <a:r>
              <a:t>The Eastern Roman Empire lived on, but it contracted significantly with the rise of Islam in the 7th Century.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The Anti-Kythera Mechanism"/>
          <p:cNvSpPr txBox="1"/>
          <p:nvPr>
            <p:ph type="title" idx="4294967295"/>
          </p:nvPr>
        </p:nvSpPr>
        <p:spPr>
          <a:xfrm>
            <a:off x="381000" y="-3"/>
            <a:ext cx="23514503" cy="2540004"/>
          </a:xfrm>
          <a:prstGeom prst="rect">
            <a:avLst/>
          </a:prstGeom>
        </p:spPr>
        <p:txBody>
          <a:bodyPr lIns="91437" tIns="91437" rIns="91437" bIns="91437" anchor="ctr"/>
          <a:lstStyle>
            <a:lvl1pPr algn="ctr" defTabSz="731519">
              <a:defRPr spc="0" sz="15000">
                <a:solidFill>
                  <a:srgbClr val="000080"/>
                </a:solidFill>
                <a:uFill>
                  <a:solidFill>
                    <a:srgbClr val="000000"/>
                  </a:solidFill>
                </a:uFill>
                <a:latin typeface="Calibri"/>
                <a:ea typeface="Calibri"/>
                <a:cs typeface="Calibri"/>
                <a:sym typeface="Calibri"/>
              </a:defRPr>
            </a:lvl1pPr>
          </a:lstStyle>
          <a:p>
            <a:pPr/>
            <a:r>
              <a:t>The Anti-Kythera Mechanism</a:t>
            </a:r>
          </a:p>
        </p:txBody>
      </p:sp>
      <p:sp>
        <p:nvSpPr>
          <p:cNvPr id="411" name="What is this?…"/>
          <p:cNvSpPr txBox="1"/>
          <p:nvPr>
            <p:ph type="body" sz="quarter" idx="4294967295"/>
          </p:nvPr>
        </p:nvSpPr>
        <p:spPr>
          <a:xfrm>
            <a:off x="587566" y="2381275"/>
            <a:ext cx="11430001" cy="3554326"/>
          </a:xfrm>
          <a:prstGeom prst="rect">
            <a:avLst/>
          </a:prstGeom>
        </p:spPr>
        <p:txBody>
          <a:bodyPr lIns="91437" tIns="91437" rIns="91437" bIns="91437"/>
          <a:lstStyle/>
          <a:p>
            <a:pPr marL="0" indent="0" defTabSz="416600">
              <a:spcBef>
                <a:spcPts val="1000"/>
              </a:spcBef>
              <a:buSzTx/>
              <a:buFont typeface="Arial"/>
              <a:buNone/>
              <a:defRPr b="1" sz="2176">
                <a:latin typeface="+mn-lt"/>
                <a:ea typeface="+mn-ea"/>
                <a:cs typeface="+mn-cs"/>
                <a:sym typeface="Helvetica"/>
              </a:defRPr>
            </a:pPr>
            <a:r>
              <a:t>What is this?</a:t>
            </a:r>
          </a:p>
          <a:p>
            <a:pPr marL="219263" indent="-219263" defTabSz="416600">
              <a:spcBef>
                <a:spcPts val="1000"/>
              </a:spcBef>
              <a:buSzPct val="100000"/>
              <a:defRPr sz="2176"/>
            </a:pPr>
            <a:r>
              <a:t>Built between -150 and -70. Rhodes 13” x 7” x 4“ wooden box. Gears—largest 5” in diameter</a:t>
            </a:r>
          </a:p>
          <a:p>
            <a:pPr marL="219263" indent="-219263" defTabSz="416600">
              <a:buSzPct val="100000"/>
              <a:defRPr sz="2176"/>
            </a:pPr>
            <a:r>
              <a:t>Wikipedia: “37 gear wheels enabling it to follow the movements of the Moon and the Sun throu the zodiac, to predict eclipses and even to model the irregular orbit of the Moon, where the Moon's velocity is higher in its perigee than in its apogee. This motion was studied in the 2nd century BC by astronomer Hipparchus of Rhodes, and it is speculated that he may have been consulted in the machine's construction. The knowledge of this technology was lost at some point in antiquity. Similar technological works later appeared in the medieval Byzantine and Islamic worlds, but works with similar complexity did not appear again until the development of mechanical astronomical clocks in Europe in the fourteenth century…”</a:t>
            </a:r>
          </a:p>
        </p:txBody>
      </p:sp>
      <p:pic>
        <p:nvPicPr>
          <p:cNvPr id="412" name="Image" descr="Image"/>
          <p:cNvPicPr>
            <a:picLocks noChangeAspect="1"/>
          </p:cNvPicPr>
          <p:nvPr/>
        </p:nvPicPr>
        <p:blipFill>
          <a:blip r:embed="rId3">
            <a:extLst/>
          </a:blip>
          <a:stretch>
            <a:fillRect/>
          </a:stretch>
        </p:blipFill>
        <p:spPr>
          <a:xfrm>
            <a:off x="587566" y="5935600"/>
            <a:ext cx="6934343" cy="6743989"/>
          </a:xfrm>
          <a:prstGeom prst="rect">
            <a:avLst/>
          </a:prstGeom>
          <a:ln w="12700">
            <a:miter lim="400000"/>
          </a:ln>
        </p:spPr>
      </p:pic>
      <p:sp>
        <p:nvSpPr>
          <p:cNvPr id="413" name="2021-02-02"/>
          <p:cNvSpPr txBox="1"/>
          <p:nvPr/>
        </p:nvSpPr>
        <p:spPr>
          <a:xfrm>
            <a:off x="359394" y="13215627"/>
            <a:ext cx="23643608" cy="5003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100">
                <a:solidFill>
                  <a:srgbClr val="000000"/>
                </a:solidFill>
                <a:uFill>
                  <a:solidFill>
                    <a:srgbClr val="000000"/>
                  </a:solidFill>
                </a:uFill>
              </a:defRPr>
            </a:lvl1pPr>
          </a:lstStyle>
          <a:p>
            <a:pPr/>
            <a:r>
              <a:t>2021-02-02</a:t>
            </a:r>
          </a:p>
        </p:txBody>
      </p:sp>
      <p:sp>
        <p:nvSpPr>
          <p:cNvPr id="414" name="What is this?…"/>
          <p:cNvSpPr txBox="1"/>
          <p:nvPr/>
        </p:nvSpPr>
        <p:spPr>
          <a:xfrm>
            <a:off x="16383000" y="2540000"/>
            <a:ext cx="7620000" cy="10434321"/>
          </a:xfrm>
          <a:prstGeom prst="rect">
            <a:avLst/>
          </a:prstGeom>
          <a:ln w="12700">
            <a:miter lim="400000"/>
          </a:ln>
          <a:extLst>
            <a:ext uri="{C572A759-6A51-4108-AA02-DFA0A04FC94B}">
              <ma14:wrappingTextBoxFlag xmlns:ma14="http://schemas.microsoft.com/office/mac/drawingml/2011/main" val="1"/>
            </a:ext>
          </a:extLst>
        </p:spPr>
        <p:txBody>
          <a:bodyPr lIns="91437" tIns="91437" rIns="91437" bIns="91437">
            <a:normAutofit fontScale="100000" lnSpcReduction="0"/>
          </a:bodyPr>
          <a:lstStyle/>
          <a:p>
            <a:pPr algn="l" defTabSz="640718">
              <a:spcBef>
                <a:spcPts val="1600"/>
              </a:spcBef>
              <a:buFont typeface="Arial"/>
              <a:defRPr b="1" sz="3276">
                <a:solidFill>
                  <a:srgbClr val="000000"/>
                </a:solidFill>
                <a:uFill>
                  <a:solidFill>
                    <a:srgbClr val="000000"/>
                  </a:solidFill>
                </a:uFill>
              </a:defRPr>
            </a:pPr>
            <a:r>
              <a:t>What is this?</a:t>
            </a:r>
          </a:p>
          <a:p>
            <a:pPr marL="337220" indent="-337220" algn="l" defTabSz="640718">
              <a:spcBef>
                <a:spcPts val="1600"/>
              </a:spcBef>
              <a:buSzPct val="100000"/>
              <a:buChar char="•"/>
              <a:defRPr sz="3276">
                <a:solidFill>
                  <a:srgbClr val="000000"/>
                </a:solidFill>
                <a:uFill>
                  <a:solidFill>
                    <a:srgbClr val="000000"/>
                  </a:solidFill>
                </a:uFill>
                <a:latin typeface="Times New Roman"/>
                <a:ea typeface="Times New Roman"/>
                <a:cs typeface="Times New Roman"/>
                <a:sym typeface="Times New Roman"/>
              </a:defRPr>
            </a:pPr>
            <a:r>
              <a:t>Brian Resnick: “A main gear would move to represent the calendar year, and would, in turn, move many separate smaller gears to represent the motions of the planets, sun, and moon. So you could set the main gear to the calendar date and get approximations for where those celestial objects would be in the sky on that date…. You, as a user, could input a few simple variables and it would yield a flurry of complicated mathematical calculations.… All the user had to do was enter the main date on one gear, and through a series of subsequent gear turns, the mechanism could calculate things like the angle of the sun crossing the sky. (For some reference, mechanical calculators—which used gear ratios to add and subtract—didn’t arrive in Europe until the 1600s)…”</a:t>
            </a:r>
          </a:p>
        </p:txBody>
      </p:sp>
      <p:pic>
        <p:nvPicPr>
          <p:cNvPr id="415" name="Image" descr="Image"/>
          <p:cNvPicPr>
            <a:picLocks noChangeAspect="1"/>
          </p:cNvPicPr>
          <p:nvPr/>
        </p:nvPicPr>
        <p:blipFill>
          <a:blip r:embed="rId4">
            <a:extLst/>
          </a:blip>
          <a:stretch>
            <a:fillRect/>
          </a:stretch>
        </p:blipFill>
        <p:spPr>
          <a:xfrm>
            <a:off x="7521908" y="5935600"/>
            <a:ext cx="6842544" cy="6743989"/>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Why Was Pre-Industrial Progress so Slow on Average?"/>
          <p:cNvSpPr txBox="1"/>
          <p:nvPr>
            <p:ph type="title" idx="4294967295"/>
          </p:nvPr>
        </p:nvSpPr>
        <p:spPr>
          <a:xfrm>
            <a:off x="381000" y="-3"/>
            <a:ext cx="23622000" cy="1905001"/>
          </a:xfrm>
          <a:prstGeom prst="rect">
            <a:avLst/>
          </a:prstGeom>
        </p:spPr>
        <p:txBody>
          <a:bodyPr lIns="91437" tIns="91437" rIns="91437" bIns="91437" anchor="ctr"/>
          <a:lstStyle>
            <a:lvl1pPr algn="ctr" defTabSz="576072">
              <a:defRPr spc="0" sz="7400">
                <a:uFill>
                  <a:solidFill>
                    <a:srgbClr val="000000"/>
                  </a:solidFill>
                </a:uFill>
                <a:latin typeface="Calibri"/>
                <a:ea typeface="Calibri"/>
                <a:cs typeface="Calibri"/>
                <a:sym typeface="Calibri"/>
              </a:defRPr>
            </a:lvl1pPr>
          </a:lstStyle>
          <a:p>
            <a:pPr/>
            <a:r>
              <a:t>Why Was Pre-Industrial Progress so Slow on Average?</a:t>
            </a:r>
          </a:p>
        </p:txBody>
      </p:sp>
      <p:sp>
        <p:nvSpPr>
          <p:cNvPr id="420" name="Our readings:…"/>
          <p:cNvSpPr txBox="1"/>
          <p:nvPr>
            <p:ph type="body" sz="half" idx="4294967295"/>
          </p:nvPr>
        </p:nvSpPr>
        <p:spPr>
          <a:xfrm>
            <a:off x="11811000" y="1595113"/>
            <a:ext cx="11916616" cy="11112501"/>
          </a:xfrm>
          <a:prstGeom prst="rect">
            <a:avLst/>
          </a:prstGeom>
        </p:spPr>
        <p:txBody>
          <a:bodyPr lIns="91437" tIns="91437" rIns="91437" bIns="91437"/>
          <a:lstStyle/>
          <a:p>
            <a:pPr marL="457200" indent="-457200" defTabSz="713230">
              <a:buSzPct val="100000"/>
              <a:defRPr sz="3600"/>
            </a:pPr>
            <a:r>
              <a:rPr b="1"/>
              <a:t>Moses Finley</a:t>
            </a:r>
            <a:r>
              <a:t>: </a:t>
            </a:r>
            <a:r>
              <a:rPr i="1"/>
              <a:t>Technical Innovation and Economic Progress in the Ancient World</a:t>
            </a:r>
            <a:r>
              <a:t> &lt;</a:t>
            </a:r>
            <a:r>
              <a:rPr u="sng">
                <a:solidFill>
                  <a:srgbClr val="0000FF"/>
                </a:solidFill>
                <a:uFill>
                  <a:solidFill>
                    <a:srgbClr val="0000FF"/>
                  </a:solidFill>
                </a:uFill>
                <a:hlinkClick r:id="rId3" invalidUrl="" action="" tgtFrame="" tooltip="" history="1" highlightClick="0" endSnd="0"/>
              </a:rPr>
              <a:t>https://delong.typepad.com/finley-technical.pdf</a:t>
            </a:r>
            <a:r>
              <a:t>&gt;</a:t>
            </a:r>
          </a:p>
          <a:p>
            <a:pPr marL="457200" indent="-457200" defTabSz="713230">
              <a:buSzPct val="100000"/>
              <a:defRPr sz="3600"/>
            </a:pPr>
          </a:p>
          <a:p>
            <a:pPr marL="457200" indent="-457200" defTabSz="713230">
              <a:buSzPct val="100000"/>
              <a:defRPr sz="3600"/>
            </a:pPr>
            <a:r>
              <a:t>Finley is the standard reference</a:t>
            </a:r>
          </a:p>
          <a:p>
            <a:pPr marL="457200" indent="-457200" defTabSz="713230">
              <a:buSzPct val="100000"/>
              <a:defRPr sz="3600"/>
            </a:pPr>
            <a:r>
              <a:t>But is he right?</a:t>
            </a:r>
          </a:p>
          <a:p>
            <a:pPr marL="4572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What are the alternatives?</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Two heads are better than one—not that many heads in the old days</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And communications technologies were not great</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“Labor really cheap” explanation</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GPT explanations</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Low elasticity of demand explanations</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“Developmental” vs. “extractive”</a:t>
            </a:r>
            <a:endParaRPr>
              <a:latin typeface="Times New Roman"/>
              <a:ea typeface="Times New Roman"/>
              <a:cs typeface="Times New Roman"/>
              <a:sym typeface="Times New Roman"/>
            </a:endParaRPr>
          </a:p>
          <a:p>
            <a:pPr marL="4572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The late-antiquity pause:</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A separate issue?</a:t>
            </a:r>
            <a:endParaRPr>
              <a:latin typeface="Times New Roman"/>
              <a:ea typeface="Times New Roman"/>
              <a:cs typeface="Times New Roman"/>
              <a:sym typeface="Times New Roman"/>
            </a:endParaRPr>
          </a:p>
          <a:p>
            <a:pPr lvl="1" marL="914400" indent="-457200" defTabSz="713230">
              <a:buSzPct val="100000"/>
              <a:defRPr sz="3600">
                <a:latin typeface="+mn-lt"/>
                <a:ea typeface="+mn-ea"/>
                <a:cs typeface="+mn-cs"/>
                <a:sym typeface="Helvetica"/>
              </a:defRPr>
            </a:pPr>
            <a:r>
              <a:rPr>
                <a:latin typeface="Times New Roman"/>
                <a:ea typeface="Times New Roman"/>
                <a:cs typeface="Times New Roman"/>
                <a:sym typeface="Times New Roman"/>
              </a:rPr>
              <a:t>An example of the limits to growth</a:t>
            </a:r>
          </a:p>
        </p:txBody>
      </p:sp>
      <p:pic>
        <p:nvPicPr>
          <p:cNvPr id="421" name="Image" descr="Image"/>
          <p:cNvPicPr>
            <a:picLocks noChangeAspect="0"/>
          </p:cNvPicPr>
          <p:nvPr/>
        </p:nvPicPr>
        <p:blipFill>
          <a:blip r:embed="rId4">
            <a:extLst/>
          </a:blip>
          <a:stretch>
            <a:fillRect/>
          </a:stretch>
        </p:blipFill>
        <p:spPr>
          <a:xfrm>
            <a:off x="381000" y="1904997"/>
            <a:ext cx="11430000" cy="11112501"/>
          </a:xfrm>
          <a:prstGeom prst="rect">
            <a:avLst/>
          </a:prstGeom>
          <a:ln w="12700">
            <a:miter lim="400000"/>
          </a:ln>
        </p:spPr>
      </p:pic>
      <p:sp>
        <p:nvSpPr>
          <p:cNvPr id="422" name="Text"/>
          <p:cNvSpPr txBox="1"/>
          <p:nvPr/>
        </p:nvSpPr>
        <p:spPr>
          <a:xfrm>
            <a:off x="359394" y="13215627"/>
            <a:ext cx="23643608" cy="500373"/>
          </a:xfrm>
          <a:prstGeom prst="rect">
            <a:avLst/>
          </a:prstGeom>
          <a:ln w="12700">
            <a:miter lim="400000"/>
          </a:ln>
        </p:spPr>
        <p:txBody>
          <a:bodyPr lIns="91436" tIns="91436" rIns="91436" bIns="91436">
            <a:spAutoFit/>
          </a:bodyPr>
          <a:lstStyle/>
          <a:p>
            <a:pPr algn="r" defTabSz="914400">
              <a:spcBef>
                <a:spcPts val="1200"/>
              </a:spcBef>
              <a:defRPr b="1" sz="2100">
                <a:solidFill>
                  <a:srgbClr val="000000"/>
                </a:solidFill>
                <a:uFill>
                  <a:solidFill>
                    <a:srgbClr val="000000"/>
                  </a:solidFill>
                </a:uFil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