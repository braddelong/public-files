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93" name="Shape 193"/>
          <p:cNvSpPr/>
          <p:nvPr>
            <p:ph type="sldImg"/>
          </p:nvPr>
        </p:nvSpPr>
        <p:spPr>
          <a:xfrm>
            <a:off x="1143000" y="685800"/>
            <a:ext cx="4572000" cy="3429000"/>
          </a:xfrm>
          <a:prstGeom prst="rect">
            <a:avLst/>
          </a:prstGeom>
        </p:spPr>
        <p:txBody>
          <a:bodyPr/>
          <a:lstStyle/>
          <a:p>
            <a:pPr/>
          </a:p>
        </p:txBody>
      </p:sp>
      <p:sp>
        <p:nvSpPr>
          <p:cNvPr id="194" name="Shape 194"/>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5" name="Shape 205"/>
          <p:cNvSpPr/>
          <p:nvPr>
            <p:ph type="sldImg"/>
          </p:nvPr>
        </p:nvSpPr>
        <p:spPr>
          <a:prstGeom prst="rect">
            <a:avLst/>
          </a:prstGeom>
        </p:spPr>
        <p:txBody>
          <a:bodyPr/>
          <a:lstStyle/>
          <a:p>
            <a:pPr/>
          </a:p>
        </p:txBody>
      </p:sp>
      <p:sp>
        <p:nvSpPr>
          <p:cNvPr id="206" name="Shape 206"/>
          <p:cNvSpPr/>
          <p:nvPr>
            <p:ph type="body" sz="quarter" idx="1"/>
          </p:nvPr>
        </p:nvSpPr>
        <p:spPr>
          <a:prstGeom prst="rect">
            <a:avLst/>
          </a:prstGeom>
        </p:spPr>
        <p:txBody>
          <a:bodyPr/>
          <a:lstStyle/>
          <a:p>
            <a:pPr/>
            <a:r>
              <a:t>The last thing I read or ever will read by Michael Kinsley. It was July 29, 2017. I gave my Kinsley books away to the library after this. Perhaps that was the wrong thing to do...  **Michael Kinsley** (2017-07-29): _We Asked People to Say Something Nice About Trump. Here’s What We Heard_ &lt;https://www.nytimes.com/2017/07/29/opinion/sunday/we-asked-people-to-say-something-nice-about-trump-heres-what-we-heard.html&gt;: ‘Yes, it’s true that Hillary Clinton got more votes, but he got the votes of more than 62 million people.... The New York Times, The Washington Post, CNN and other establishment outlets have been brazenly, laughably hostile to Mr. Trump, in their news pages as well as their opinion sections. Maybe this hostility is justified. In fact, I think it probably is. But that doesn’t justify reaching out to twist stories or looking for the anti-Trump angle. Nor does it justify the open hoping—if not assuming—that something will come along to rid us of this turbulent hotelier. Impeachment is supposed to be an occasional tragic necessity, not just another tool for replacing the results of an election.... There has been endless vilification of the guy and speculation about how we might get rid of him.... Earlier this year, The New York Times allowed me to ask its readers, “Is there nothing nice you can say about the man who, after all, is our president?”... An alarming number of readers demanded that their subscriptions be canceled because this one pro-Trump article appeared in a daily sea of antagonism to him. Should it really count as pro-Trump to say, well, he’s done this one good thing among all the bad things?</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defRPr spc="-232" sz="11600"/>
            </a:lvl1pPr>
          </a:lstStyle>
          <a:p>
            <a:pPr/>
            <a:r>
              <a:t>Presentation Title</a:t>
            </a:r>
          </a:p>
        </p:txBody>
      </p:sp>
      <p:sp>
        <p:nvSpPr>
          <p:cNvPr id="13" name="Body Level One…"/>
          <p:cNvSpPr txBox="1"/>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666699290_02_crop_3159x1892.jpg"/>
          <p:cNvSpPr/>
          <p:nvPr>
            <p:ph type="pic" idx="21"/>
          </p:nvPr>
        </p:nvSpPr>
        <p:spPr>
          <a:xfrm>
            <a:off x="-1155700" y="-1295400"/>
            <a:ext cx="26746200" cy="16018933"/>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defRPr spc="-232" sz="11600"/>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24" name="Body Level One…"/>
          <p:cNvSpPr txBox="1"/>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910457886_1434x1669.jpg"/>
          <p:cNvSpPr/>
          <p:nvPr>
            <p:ph type="pic" idx="21"/>
          </p:nvPr>
        </p:nvSpPr>
        <p:spPr>
          <a:xfrm>
            <a:off x="10972800" y="-203200"/>
            <a:ext cx="12144837" cy="14135100"/>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61"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62" name="660384004_1290x1720.jpg"/>
          <p:cNvSpPr/>
          <p:nvPr>
            <p:ph type="pic" idx="22"/>
          </p:nvPr>
        </p:nvSpPr>
        <p:spPr>
          <a:xfrm>
            <a:off x="12192000" y="-407266"/>
            <a:ext cx="10916874" cy="14555832"/>
          </a:xfrm>
          <a:prstGeom prst="rect">
            <a:avLst/>
          </a:prstGeom>
        </p:spPr>
        <p:txBody>
          <a:bodyPr lIns="91439" tIns="45719" rIns="91439" bIns="45719">
            <a:noAutofit/>
          </a:bodyPr>
          <a:lstStyle/>
          <a:p>
            <a:pPr/>
          </a:p>
        </p:txBody>
      </p:sp>
      <p:sp>
        <p:nvSpPr>
          <p:cNvPr id="6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71" name="Section Title"/>
          <p:cNvSpPr txBox="1"/>
          <p:nvPr>
            <p:ph type="title" hasCustomPrompt="1"/>
          </p:nvPr>
        </p:nvSpPr>
        <p:spPr>
          <a:xfrm>
            <a:off x="1206496" y="4533900"/>
            <a:ext cx="21971004" cy="4648200"/>
          </a:xfrm>
          <a:prstGeom prst="rect">
            <a:avLst/>
          </a:prstGeom>
        </p:spPr>
        <p:txBody>
          <a:bodyPr anchor="ctr"/>
          <a:lstStyle>
            <a:lvl1pPr>
              <a:defRPr b="0" spc="-232" sz="11600">
                <a:latin typeface="Helvetica Neue Medium"/>
                <a:ea typeface="Helvetica Neue Medium"/>
                <a:cs typeface="Helvetica Neue Medium"/>
                <a:sym typeface="Helvetica Neue Medium"/>
              </a:defRPr>
            </a:lvl1pPr>
          </a:lstStyle>
          <a:p>
            <a:pPr/>
            <a:r>
              <a:t>Section Title</a:t>
            </a:r>
          </a:p>
        </p:txBody>
      </p:sp>
      <p:sp>
        <p:nvSpPr>
          <p:cNvPr id="72"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79" name="Slide Title"/>
          <p:cNvSpPr txBox="1"/>
          <p:nvPr>
            <p:ph type="title" hasCustomPrompt="1"/>
          </p:nvPr>
        </p:nvSpPr>
        <p:spPr>
          <a:xfrm>
            <a:off x="1206500" y="1079500"/>
            <a:ext cx="21971000" cy="1434949"/>
          </a:xfrm>
          <a:prstGeom prst="rect">
            <a:avLst/>
          </a:prstGeom>
        </p:spPr>
        <p:txBody>
          <a:bodyPr/>
          <a:lstStyle/>
          <a:p>
            <a:pPr/>
            <a:r>
              <a:t>Slide Title</a:t>
            </a:r>
          </a:p>
        </p:txBody>
      </p:sp>
      <p:sp>
        <p:nvSpPr>
          <p:cNvPr id="80"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8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88" name="Agenda Title"/>
          <p:cNvSpPr txBox="1"/>
          <p:nvPr>
            <p:ph type="title" hasCustomPrompt="1"/>
          </p:nvPr>
        </p:nvSpPr>
        <p:spPr>
          <a:xfrm>
            <a:off x="1206500" y="1079500"/>
            <a:ext cx="21971000" cy="1435100"/>
          </a:xfrm>
          <a:prstGeom prst="rect">
            <a:avLst/>
          </a:prstGeom>
        </p:spPr>
        <p:txBody>
          <a:bodyPr/>
          <a:lstStyle/>
          <a:p>
            <a:pPr/>
            <a:r>
              <a:t>Agenda Title</a:t>
            </a:r>
          </a:p>
        </p:txBody>
      </p:sp>
      <p:sp>
        <p:nvSpPr>
          <p:cNvPr id="89" name="Agenda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Agenda Subtitle</a:t>
            </a:r>
          </a:p>
        </p:txBody>
      </p:sp>
      <p:sp>
        <p:nvSpPr>
          <p:cNvPr id="90" name="Body Level One…"/>
          <p:cNvSpPr txBox="1"/>
          <p:nvPr>
            <p:ph type="body" idx="1" hasCustomPrompt="1"/>
          </p:nvPr>
        </p:nvSpPr>
        <p:spPr>
          <a:prstGeom prst="rect">
            <a:avLst/>
          </a:prstGeom>
        </p:spPr>
        <p:txBody>
          <a:bodyPr/>
          <a:lstStyle>
            <a:lvl1pPr marL="0" indent="0" defTabSz="825500">
              <a:lnSpc>
                <a:spcPct val="100000"/>
              </a:lnSpc>
              <a:spcBef>
                <a:spcPts val="1800"/>
              </a:spcBef>
              <a:buSzTx/>
              <a:buNone/>
              <a:defRPr spc="-55" sz="5500"/>
            </a:lvl1pPr>
            <a:lvl2pPr marL="0" indent="457200" defTabSz="825500">
              <a:lnSpc>
                <a:spcPct val="100000"/>
              </a:lnSpc>
              <a:spcBef>
                <a:spcPts val="1800"/>
              </a:spcBef>
              <a:buSzTx/>
              <a:buNone/>
              <a:defRPr spc="-55" sz="5500"/>
            </a:lvl2pPr>
            <a:lvl3pPr marL="0" indent="914400" defTabSz="825500">
              <a:lnSpc>
                <a:spcPct val="100000"/>
              </a:lnSpc>
              <a:spcBef>
                <a:spcPts val="1800"/>
              </a:spcBef>
              <a:buSzTx/>
              <a:buNone/>
              <a:defRPr spc="-55" sz="5500"/>
            </a:lvl3pPr>
            <a:lvl4pPr marL="0" indent="1371600" defTabSz="825500">
              <a:lnSpc>
                <a:spcPct val="100000"/>
              </a:lnSpc>
              <a:spcBef>
                <a:spcPts val="1800"/>
              </a:spcBef>
              <a:buSzTx/>
              <a:buNone/>
              <a:defRPr spc="-55" sz="5500"/>
            </a:lvl4pPr>
            <a:lvl5pPr marL="0" indent="1828800" defTabSz="825500">
              <a:lnSpc>
                <a:spcPct val="100000"/>
              </a:lnSpc>
              <a:spcBef>
                <a:spcPts val="1800"/>
              </a:spcBef>
              <a:buSzTx/>
              <a:buNone/>
              <a:defRPr spc="-55" sz="5500"/>
            </a:lvl5pPr>
          </a:lstStyle>
          <a:p>
            <a:pPr/>
            <a:r>
              <a:t>Agenda Topics</a:t>
            </a:r>
          </a:p>
          <a:p>
            <a:pPr lvl="1"/>
            <a:r>
              <a:t/>
            </a:r>
          </a:p>
          <a:p>
            <a:pPr lvl="2"/>
            <a:r>
              <a:t/>
            </a:r>
          </a:p>
          <a:p>
            <a:pPr lvl="3"/>
            <a:r>
              <a:t/>
            </a:r>
          </a:p>
          <a:p>
            <a:pPr lvl="4"/>
            <a:r>
              <a:t/>
            </a:r>
          </a:p>
        </p:txBody>
      </p:sp>
      <p:sp>
        <p:nvSpPr>
          <p:cNvPr id="9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98" name="Body Level One…"/>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pc="-232" sz="11600">
                <a:latin typeface="Helvetica Neue Medium"/>
                <a:ea typeface="Helvetica Neue Medium"/>
                <a:cs typeface="Helvetica Neue Medium"/>
                <a:sym typeface="Helvetica Neue Medium"/>
              </a:defRPr>
            </a:lvl1pPr>
            <a:lvl2pPr marL="0" indent="457200" algn="ctr">
              <a:lnSpc>
                <a:spcPct val="80000"/>
              </a:lnSpc>
              <a:spcBef>
                <a:spcPts val="0"/>
              </a:spcBef>
              <a:buSzTx/>
              <a:buNone/>
              <a:defRPr spc="-232" sz="11600">
                <a:latin typeface="Helvetica Neue Medium"/>
                <a:ea typeface="Helvetica Neue Medium"/>
                <a:cs typeface="Helvetica Neue Medium"/>
                <a:sym typeface="Helvetica Neue Medium"/>
              </a:defRPr>
            </a:lvl2pPr>
            <a:lvl3pPr marL="0" indent="914400" algn="ctr">
              <a:lnSpc>
                <a:spcPct val="80000"/>
              </a:lnSpc>
              <a:spcBef>
                <a:spcPts val="0"/>
              </a:spcBef>
              <a:buSzTx/>
              <a:buNone/>
              <a:defRPr spc="-232" sz="11600">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pc="-232" sz="11600">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pc="-232" sz="11600">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9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06" name="Body Level One…"/>
          <p:cNvSpPr txBox="1"/>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b="1" spc="-250" sz="25000"/>
            </a:lvl1pPr>
            <a:lvl2pPr marL="0" indent="457200" algn="ctr">
              <a:lnSpc>
                <a:spcPct val="80000"/>
              </a:lnSpc>
              <a:spcBef>
                <a:spcPts val="0"/>
              </a:spcBef>
              <a:buSzTx/>
              <a:buNone/>
              <a:defRPr b="1" spc="-250" sz="25000"/>
            </a:lvl2pPr>
            <a:lvl3pPr marL="0" indent="914400" algn="ctr">
              <a:lnSpc>
                <a:spcPct val="80000"/>
              </a:lnSpc>
              <a:spcBef>
                <a:spcPts val="0"/>
              </a:spcBef>
              <a:buSzTx/>
              <a:buNone/>
              <a:defRPr b="1" spc="-250" sz="25000"/>
            </a:lvl3pPr>
            <a:lvl4pPr marL="0" indent="1371600" algn="ctr">
              <a:lnSpc>
                <a:spcPct val="80000"/>
              </a:lnSpc>
              <a:spcBef>
                <a:spcPts val="0"/>
              </a:spcBef>
              <a:buSzTx/>
              <a:buNone/>
              <a:defRPr b="1" spc="-250" sz="25000"/>
            </a:lvl4pPr>
            <a:lvl5pPr marL="0" indent="1828800" algn="ctr">
              <a:lnSpc>
                <a:spcPct val="80000"/>
              </a:lnSpc>
              <a:spcBef>
                <a:spcPts val="0"/>
              </a:spcBef>
              <a:buSzTx/>
              <a:buNone/>
              <a:defRPr b="1" spc="-250" sz="25000"/>
            </a:lvl5pPr>
          </a:lstStyle>
          <a:p>
            <a:pPr/>
            <a:r>
              <a:t>100%</a:t>
            </a:r>
          </a:p>
          <a:p>
            <a:pPr lvl="1"/>
            <a:r>
              <a:t/>
            </a:r>
          </a:p>
          <a:p>
            <a:pPr lvl="2"/>
            <a:r>
              <a:t/>
            </a:r>
          </a:p>
          <a:p>
            <a:pPr lvl="3"/>
            <a:r>
              <a:t/>
            </a:r>
          </a:p>
          <a:p>
            <a:pPr lvl="4"/>
            <a:r>
              <a:t/>
            </a:r>
          </a:p>
        </p:txBody>
      </p:sp>
      <p:sp>
        <p:nvSpPr>
          <p:cNvPr id="107"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b="1" sz="5500"/>
            </a:lvl1pPr>
          </a:lstStyle>
          <a:p>
            <a:pPr/>
            <a:r>
              <a:t>Fact information</a:t>
            </a:r>
          </a:p>
        </p:txBody>
      </p:sp>
      <p:sp>
        <p:nvSpPr>
          <p:cNvPr id="10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15" name="Attribution"/>
          <p:cNvSpPr txBox="1"/>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Attribution</a:t>
            </a:r>
          </a:p>
        </p:txBody>
      </p:sp>
      <p:sp>
        <p:nvSpPr>
          <p:cNvPr id="116" name="Body Level One…"/>
          <p:cNvSpPr txBox="1"/>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pc="-170" sz="8500">
                <a:latin typeface="Helvetica Neue Medium"/>
                <a:ea typeface="Helvetica Neue Medium"/>
                <a:cs typeface="Helvetica Neue Medium"/>
                <a:sym typeface="Helvetica Neue Medium"/>
              </a:defRPr>
            </a:lvl1pPr>
            <a:lvl2pPr marL="638923" indent="-12700">
              <a:spcBef>
                <a:spcPts val="0"/>
              </a:spcBef>
              <a:buSzTx/>
              <a:buNone/>
              <a:defRPr spc="-170" sz="8500">
                <a:latin typeface="Helvetica Neue Medium"/>
                <a:ea typeface="Helvetica Neue Medium"/>
                <a:cs typeface="Helvetica Neue Medium"/>
                <a:sym typeface="Helvetica Neue Medium"/>
              </a:defRPr>
            </a:lvl2pPr>
            <a:lvl3pPr marL="638923" indent="444500">
              <a:spcBef>
                <a:spcPts val="0"/>
              </a:spcBef>
              <a:buSzTx/>
              <a:buNone/>
              <a:defRPr spc="-170" sz="8500">
                <a:latin typeface="Helvetica Neue Medium"/>
                <a:ea typeface="Helvetica Neue Medium"/>
                <a:cs typeface="Helvetica Neue Medium"/>
                <a:sym typeface="Helvetica Neue Medium"/>
              </a:defRPr>
            </a:lvl3pPr>
            <a:lvl4pPr marL="638923" indent="901700">
              <a:spcBef>
                <a:spcPts val="0"/>
              </a:spcBef>
              <a:buSzTx/>
              <a:buNone/>
              <a:defRPr spc="-170" sz="8500">
                <a:latin typeface="Helvetica Neue Medium"/>
                <a:ea typeface="Helvetica Neue Medium"/>
                <a:cs typeface="Helvetica Neue Medium"/>
                <a:sym typeface="Helvetica Neue Medium"/>
              </a:defRPr>
            </a:lvl4pPr>
            <a:lvl5pPr marL="638923" indent="1358900">
              <a:spcBef>
                <a:spcPts val="0"/>
              </a:spcBef>
              <a:buSzTx/>
              <a:buNone/>
              <a:defRPr spc="-170" sz="8500">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24" name="Image"/>
          <p:cNvSpPr/>
          <p:nvPr>
            <p:ph type="pic" sz="quarter" idx="21"/>
          </p:nvPr>
        </p:nvSpPr>
        <p:spPr>
          <a:xfrm>
            <a:off x="15760700" y="1016000"/>
            <a:ext cx="7439099" cy="5949678"/>
          </a:xfrm>
          <a:prstGeom prst="rect">
            <a:avLst/>
          </a:prstGeom>
        </p:spPr>
        <p:txBody>
          <a:bodyPr lIns="91439" tIns="45719" rIns="91439" bIns="45719">
            <a:noAutofit/>
          </a:bodyPr>
          <a:lstStyle/>
          <a:p>
            <a:pPr/>
          </a:p>
        </p:txBody>
      </p:sp>
      <p:sp>
        <p:nvSpPr>
          <p:cNvPr id="125" name="Image"/>
          <p:cNvSpPr/>
          <p:nvPr>
            <p:ph type="pic" sz="half" idx="22"/>
          </p:nvPr>
        </p:nvSpPr>
        <p:spPr>
          <a:xfrm>
            <a:off x="13500100" y="3978275"/>
            <a:ext cx="10439400" cy="12150181"/>
          </a:xfrm>
          <a:prstGeom prst="rect">
            <a:avLst/>
          </a:prstGeom>
        </p:spPr>
        <p:txBody>
          <a:bodyPr lIns="91439" tIns="45719" rIns="91439" bIns="45719">
            <a:noAutofit/>
          </a:bodyPr>
          <a:lstStyle/>
          <a:p>
            <a:pPr/>
          </a:p>
        </p:txBody>
      </p:sp>
      <p:sp>
        <p:nvSpPr>
          <p:cNvPr id="126" name="Image"/>
          <p:cNvSpPr/>
          <p:nvPr>
            <p:ph type="pic" idx="23"/>
          </p:nvPr>
        </p:nvSpPr>
        <p:spPr>
          <a:xfrm>
            <a:off x="-139700" y="495300"/>
            <a:ext cx="16611600" cy="12458700"/>
          </a:xfrm>
          <a:prstGeom prst="rect">
            <a:avLst/>
          </a:prstGeom>
        </p:spPr>
        <p:txBody>
          <a:bodyPr lIns="91439" tIns="45719" rIns="91439" bIns="45719">
            <a:noAutofit/>
          </a:bodyPr>
          <a:lstStyle/>
          <a:p>
            <a:pPr/>
          </a:p>
        </p:txBody>
      </p:sp>
      <p:sp>
        <p:nvSpPr>
          <p:cNvPr id="12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34" name="Image"/>
          <p:cNvSpPr/>
          <p:nvPr>
            <p:ph type="pic" idx="21"/>
          </p:nvPr>
        </p:nvSpPr>
        <p:spPr>
          <a:xfrm>
            <a:off x="-1333500" y="-5524500"/>
            <a:ext cx="27051000" cy="21640800"/>
          </a:xfrm>
          <a:prstGeom prst="rect">
            <a:avLst/>
          </a:prstGeom>
        </p:spPr>
        <p:txBody>
          <a:bodyPr lIns="91439" tIns="45719" rIns="91439" bIns="45719">
            <a:noAutofit/>
          </a:bodyPr>
          <a:lstStyle/>
          <a:p>
            <a:pPr/>
          </a:p>
        </p:txBody>
      </p:sp>
      <p:sp>
        <p:nvSpPr>
          <p:cNvPr id="13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4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49" name="Title Text"/>
          <p:cNvSpPr txBox="1"/>
          <p:nvPr>
            <p:ph type="title"/>
          </p:nvPr>
        </p:nvSpPr>
        <p:spPr>
          <a:xfrm>
            <a:off x="4387451" y="625075"/>
            <a:ext cx="15609097" cy="3036098"/>
          </a:xfrm>
          <a:prstGeom prst="rect">
            <a:avLst/>
          </a:prstGeom>
        </p:spPr>
        <p:txBody>
          <a:bodyPr lIns="71435" tIns="71435" rIns="71435" bIns="71435" anchor="ctr"/>
          <a:lstStyle>
            <a:lvl1pPr algn="ctr" defTabSz="821529">
              <a:lnSpc>
                <a:spcPct val="100000"/>
              </a:lnSpc>
              <a:defRPr b="0" spc="0" sz="10800">
                <a:latin typeface="Helvetica Light"/>
                <a:ea typeface="Helvetica Light"/>
                <a:cs typeface="Helvetica Light"/>
                <a:sym typeface="Helvetica Light"/>
              </a:defRPr>
            </a:lvl1pPr>
          </a:lstStyle>
          <a:p>
            <a:pPr/>
            <a:r>
              <a:t>Title Text</a:t>
            </a:r>
          </a:p>
        </p:txBody>
      </p:sp>
      <p:sp>
        <p:nvSpPr>
          <p:cNvPr id="150" name="Body Level One…"/>
          <p:cNvSpPr txBox="1"/>
          <p:nvPr>
            <p:ph type="body" idx="1"/>
          </p:nvPr>
        </p:nvSpPr>
        <p:spPr>
          <a:xfrm>
            <a:off x="4387451" y="3661169"/>
            <a:ext cx="15609097" cy="8840395"/>
          </a:xfrm>
          <a:prstGeom prst="rect">
            <a:avLst/>
          </a:prstGeom>
        </p:spPr>
        <p:txBody>
          <a:bodyPr lIns="71435" tIns="71435" rIns="71435" bIns="71435" anchor="ctr"/>
          <a:lstStyle>
            <a:lvl1pPr marL="592664" indent="-592664" defTabSz="583286">
              <a:lnSpc>
                <a:spcPct val="100000"/>
              </a:lnSpc>
              <a:spcBef>
                <a:spcPts val="1600"/>
              </a:spcBef>
              <a:buSzPct val="75000"/>
              <a:defRPr>
                <a:latin typeface="Helvetica"/>
                <a:ea typeface="Helvetica"/>
                <a:cs typeface="Helvetica"/>
                <a:sym typeface="Helvetica"/>
              </a:defRPr>
            </a:lvl1pPr>
            <a:lvl2pPr marL="1037164" indent="-592664" defTabSz="583286">
              <a:lnSpc>
                <a:spcPct val="100000"/>
              </a:lnSpc>
              <a:spcBef>
                <a:spcPts val="1600"/>
              </a:spcBef>
              <a:buSzPct val="75000"/>
              <a:defRPr>
                <a:latin typeface="Helvetica"/>
                <a:ea typeface="Helvetica"/>
                <a:cs typeface="Helvetica"/>
                <a:sym typeface="Helvetica"/>
              </a:defRPr>
            </a:lvl2pPr>
            <a:lvl3pPr marL="1481664" indent="-592664" defTabSz="583286">
              <a:lnSpc>
                <a:spcPct val="100000"/>
              </a:lnSpc>
              <a:spcBef>
                <a:spcPts val="1600"/>
              </a:spcBef>
              <a:buSzPct val="75000"/>
              <a:defRPr>
                <a:latin typeface="Helvetica"/>
                <a:ea typeface="Helvetica"/>
                <a:cs typeface="Helvetica"/>
                <a:sym typeface="Helvetica"/>
              </a:defRPr>
            </a:lvl3pPr>
            <a:lvl4pPr marL="1926164" indent="-592664" defTabSz="583286">
              <a:lnSpc>
                <a:spcPct val="100000"/>
              </a:lnSpc>
              <a:spcBef>
                <a:spcPts val="1600"/>
              </a:spcBef>
              <a:buSzPct val="75000"/>
              <a:defRPr>
                <a:latin typeface="Helvetica"/>
                <a:ea typeface="Helvetica"/>
                <a:cs typeface="Helvetica"/>
                <a:sym typeface="Helvetica"/>
              </a:defRPr>
            </a:lvl4pPr>
            <a:lvl5pPr marL="2370664" indent="-592664" defTabSz="583286">
              <a:lnSpc>
                <a:spcPct val="100000"/>
              </a:lnSpc>
              <a:spcBef>
                <a:spcPts val="1600"/>
              </a:spcBef>
              <a:buSzPct val="75000"/>
              <a:defRPr>
                <a:latin typeface="Helvetica"/>
                <a:ea typeface="Helvetica"/>
                <a:cs typeface="Helvetica"/>
                <a:sym typeface="Helvetica"/>
              </a:defRPr>
            </a:lvl5pPr>
          </a:lstStyle>
          <a:p>
            <a:pPr/>
            <a:r>
              <a:t>Body Level One</a:t>
            </a:r>
          </a:p>
          <a:p>
            <a:pPr lvl="1"/>
            <a:r>
              <a:t>Body Level Two</a:t>
            </a:r>
          </a:p>
          <a:p>
            <a:pPr lvl="2"/>
            <a:r>
              <a:t>Body Level Three</a:t>
            </a:r>
          </a:p>
          <a:p>
            <a:pPr lvl="3"/>
            <a:r>
              <a:t>Body Level Four</a:t>
            </a:r>
          </a:p>
          <a:p>
            <a:pPr lvl="4"/>
            <a:r>
              <a:t>Body Level Five</a:t>
            </a:r>
          </a:p>
        </p:txBody>
      </p:sp>
      <p:sp>
        <p:nvSpPr>
          <p:cNvPr id="151" name="Slide Number"/>
          <p:cNvSpPr txBox="1"/>
          <p:nvPr>
            <p:ph type="sldNum" sz="quarter" idx="2"/>
          </p:nvPr>
        </p:nvSpPr>
        <p:spPr>
          <a:xfrm>
            <a:off x="11949937" y="13010554"/>
            <a:ext cx="466266" cy="473073"/>
          </a:xfrm>
          <a:prstGeom prst="rect">
            <a:avLst/>
          </a:prstGeom>
        </p:spPr>
        <p:txBody>
          <a:bodyPr lIns="71435" tIns="71435" rIns="71435" bIns="71435" anchor="t"/>
          <a:lstStyle>
            <a:lvl1pPr defTabSz="821529">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58" name="Title Text"/>
          <p:cNvSpPr txBox="1"/>
          <p:nvPr>
            <p:ph type="title"/>
          </p:nvPr>
        </p:nvSpPr>
        <p:spPr>
          <a:xfrm>
            <a:off x="4387451" y="625075"/>
            <a:ext cx="15609097" cy="3036098"/>
          </a:xfrm>
          <a:prstGeom prst="rect">
            <a:avLst/>
          </a:prstGeom>
        </p:spPr>
        <p:txBody>
          <a:bodyPr lIns="71435" tIns="71435" rIns="71435" bIns="71435" anchor="ctr"/>
          <a:lstStyle>
            <a:lvl1pPr algn="ctr" defTabSz="714732">
              <a:lnSpc>
                <a:spcPct val="100000"/>
              </a:lnSpc>
              <a:defRPr spc="0" sz="16000">
                <a:solidFill>
                  <a:srgbClr val="000080"/>
                </a:solidFill>
                <a:latin typeface="Helvetica"/>
                <a:ea typeface="Helvetica"/>
                <a:cs typeface="Helvetica"/>
                <a:sym typeface="Helvetica"/>
              </a:defRPr>
            </a:lvl1pPr>
          </a:lstStyle>
          <a:p>
            <a:pPr/>
            <a:r>
              <a:t>Title Text</a:t>
            </a:r>
          </a:p>
        </p:txBody>
      </p:sp>
      <p:sp>
        <p:nvSpPr>
          <p:cNvPr id="159" name="Body Level One…"/>
          <p:cNvSpPr txBox="1"/>
          <p:nvPr>
            <p:ph type="body" idx="1"/>
          </p:nvPr>
        </p:nvSpPr>
        <p:spPr>
          <a:xfrm>
            <a:off x="4387451" y="3661169"/>
            <a:ext cx="15609097" cy="8840395"/>
          </a:xfrm>
          <a:prstGeom prst="rect">
            <a:avLst/>
          </a:prstGeom>
        </p:spPr>
        <p:txBody>
          <a:bodyPr lIns="71435" tIns="71435" rIns="71435" bIns="71435" anchor="ctr"/>
          <a:lstStyle>
            <a:lvl1pPr marL="543275" indent="-543275" defTabSz="821529">
              <a:lnSpc>
                <a:spcPct val="100000"/>
              </a:lnSpc>
              <a:spcBef>
                <a:spcPts val="5800"/>
              </a:spcBef>
              <a:buSzPct val="75000"/>
              <a:defRPr sz="4400">
                <a:latin typeface="Helvetica Light"/>
                <a:ea typeface="Helvetica Light"/>
                <a:cs typeface="Helvetica Light"/>
                <a:sym typeface="Helvetica Light"/>
              </a:defRPr>
            </a:lvl1pPr>
            <a:lvl2pPr marL="987776" indent="-543276" defTabSz="821529">
              <a:lnSpc>
                <a:spcPct val="100000"/>
              </a:lnSpc>
              <a:spcBef>
                <a:spcPts val="5800"/>
              </a:spcBef>
              <a:buSzPct val="75000"/>
              <a:defRPr sz="4400">
                <a:latin typeface="Helvetica Light"/>
                <a:ea typeface="Helvetica Light"/>
                <a:cs typeface="Helvetica Light"/>
                <a:sym typeface="Helvetica Light"/>
              </a:defRPr>
            </a:lvl2pPr>
            <a:lvl3pPr marL="1432275" indent="-543275" defTabSz="821529">
              <a:lnSpc>
                <a:spcPct val="100000"/>
              </a:lnSpc>
              <a:spcBef>
                <a:spcPts val="5800"/>
              </a:spcBef>
              <a:buSzPct val="75000"/>
              <a:defRPr sz="4400">
                <a:latin typeface="Helvetica Light"/>
                <a:ea typeface="Helvetica Light"/>
                <a:cs typeface="Helvetica Light"/>
                <a:sym typeface="Helvetica Light"/>
              </a:defRPr>
            </a:lvl3pPr>
            <a:lvl4pPr marL="1876775" indent="-543275" defTabSz="821529">
              <a:lnSpc>
                <a:spcPct val="100000"/>
              </a:lnSpc>
              <a:spcBef>
                <a:spcPts val="5800"/>
              </a:spcBef>
              <a:buSzPct val="75000"/>
              <a:defRPr sz="4400">
                <a:latin typeface="Helvetica Light"/>
                <a:ea typeface="Helvetica Light"/>
                <a:cs typeface="Helvetica Light"/>
                <a:sym typeface="Helvetica Light"/>
              </a:defRPr>
            </a:lvl4pPr>
            <a:lvl5pPr marL="2321276" indent="-543276" defTabSz="821529">
              <a:lnSpc>
                <a:spcPct val="100000"/>
              </a:lnSpc>
              <a:spcBef>
                <a:spcPts val="5800"/>
              </a:spcBef>
              <a:buSzPct val="75000"/>
              <a:defRPr sz="4400">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60" name="Slide Number"/>
          <p:cNvSpPr txBox="1"/>
          <p:nvPr>
            <p:ph type="sldNum" sz="quarter" idx="2"/>
          </p:nvPr>
        </p:nvSpPr>
        <p:spPr>
          <a:xfrm>
            <a:off x="11949937" y="13010554"/>
            <a:ext cx="466266" cy="473073"/>
          </a:xfrm>
          <a:prstGeom prst="rect">
            <a:avLst/>
          </a:prstGeom>
        </p:spPr>
        <p:txBody>
          <a:bodyPr lIns="71435" tIns="71435" rIns="71435" bIns="71435" anchor="t"/>
          <a:lstStyle>
            <a:lvl1pPr defTabSz="821529">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67" name="Title Text"/>
          <p:cNvSpPr txBox="1"/>
          <p:nvPr>
            <p:ph type="title"/>
          </p:nvPr>
        </p:nvSpPr>
        <p:spPr>
          <a:xfrm>
            <a:off x="4387451" y="625077"/>
            <a:ext cx="15609097" cy="3036095"/>
          </a:xfrm>
          <a:prstGeom prst="rect">
            <a:avLst/>
          </a:prstGeom>
        </p:spPr>
        <p:txBody>
          <a:bodyPr lIns="71435" tIns="71435" rIns="71435" bIns="71435" anchor="ctr"/>
          <a:lstStyle>
            <a:lvl1pPr algn="ctr" defTabSz="914400">
              <a:lnSpc>
                <a:spcPct val="100000"/>
              </a:lnSpc>
              <a:defRPr spc="0" sz="11200">
                <a:solidFill>
                  <a:srgbClr val="000080"/>
                </a:solidFill>
                <a:uFill>
                  <a:solidFill>
                    <a:srgbClr val="000000"/>
                  </a:solidFill>
                </a:uFill>
                <a:latin typeface="Calibri"/>
                <a:ea typeface="Calibri"/>
                <a:cs typeface="Calibri"/>
                <a:sym typeface="Calibri"/>
              </a:defRPr>
            </a:lvl1pPr>
          </a:lstStyle>
          <a:p>
            <a:pPr/>
            <a:r>
              <a:t>Title Text</a:t>
            </a:r>
          </a:p>
        </p:txBody>
      </p:sp>
      <p:sp>
        <p:nvSpPr>
          <p:cNvPr id="168" name="Body Level One…"/>
          <p:cNvSpPr txBox="1"/>
          <p:nvPr>
            <p:ph type="body" idx="1"/>
          </p:nvPr>
        </p:nvSpPr>
        <p:spPr>
          <a:xfrm>
            <a:off x="4387451" y="3661169"/>
            <a:ext cx="15609097" cy="8840395"/>
          </a:xfrm>
          <a:prstGeom prst="rect">
            <a:avLst/>
          </a:prstGeom>
        </p:spPr>
        <p:txBody>
          <a:bodyPr lIns="71435" tIns="71435" rIns="71435" bIns="71435" anchor="ctr"/>
          <a:lstStyle>
            <a:lvl1pPr marL="592666" indent="-592666" defTabSz="821529">
              <a:lnSpc>
                <a:spcPct val="100000"/>
              </a:lnSpc>
              <a:spcBef>
                <a:spcPts val="5800"/>
              </a:spcBef>
              <a:buSzPct val="75000"/>
              <a:defRPr>
                <a:latin typeface="Helvetica Light"/>
                <a:ea typeface="Helvetica Light"/>
                <a:cs typeface="Helvetica Light"/>
                <a:sym typeface="Helvetica Light"/>
              </a:defRPr>
            </a:lvl1pPr>
            <a:lvl2pPr marL="1037165" indent="-592665" defTabSz="821529">
              <a:lnSpc>
                <a:spcPct val="100000"/>
              </a:lnSpc>
              <a:spcBef>
                <a:spcPts val="5800"/>
              </a:spcBef>
              <a:buSzPct val="75000"/>
              <a:defRPr>
                <a:latin typeface="Helvetica Light"/>
                <a:ea typeface="Helvetica Light"/>
                <a:cs typeface="Helvetica Light"/>
                <a:sym typeface="Helvetica Light"/>
              </a:defRPr>
            </a:lvl2pPr>
            <a:lvl3pPr marL="1481665" indent="-592665" defTabSz="821529">
              <a:lnSpc>
                <a:spcPct val="100000"/>
              </a:lnSpc>
              <a:spcBef>
                <a:spcPts val="5800"/>
              </a:spcBef>
              <a:buSzPct val="75000"/>
              <a:defRPr>
                <a:latin typeface="Helvetica Light"/>
                <a:ea typeface="Helvetica Light"/>
                <a:cs typeface="Helvetica Light"/>
                <a:sym typeface="Helvetica Light"/>
              </a:defRPr>
            </a:lvl3pPr>
            <a:lvl4pPr marL="1926166" indent="-592666" defTabSz="821529">
              <a:lnSpc>
                <a:spcPct val="100000"/>
              </a:lnSpc>
              <a:spcBef>
                <a:spcPts val="5800"/>
              </a:spcBef>
              <a:buSzPct val="75000"/>
              <a:defRPr>
                <a:latin typeface="Helvetica Light"/>
                <a:ea typeface="Helvetica Light"/>
                <a:cs typeface="Helvetica Light"/>
                <a:sym typeface="Helvetica Light"/>
              </a:defRPr>
            </a:lvl4pPr>
            <a:lvl5pPr marL="2370666" indent="-592666" defTabSz="821529">
              <a:lnSpc>
                <a:spcPct val="100000"/>
              </a:lnSpc>
              <a:spcBef>
                <a:spcPts val="5800"/>
              </a:spcBef>
              <a:buSzPct val="75000"/>
              <a:defRPr>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69" name="Slide Number"/>
          <p:cNvSpPr txBox="1"/>
          <p:nvPr>
            <p:ph type="sldNum" sz="quarter" idx="2"/>
          </p:nvPr>
        </p:nvSpPr>
        <p:spPr>
          <a:xfrm>
            <a:off x="11935816" y="13010554"/>
            <a:ext cx="494510" cy="511173"/>
          </a:xfrm>
          <a:prstGeom prst="rect">
            <a:avLst/>
          </a:prstGeom>
        </p:spPr>
        <p:txBody>
          <a:bodyPr lIns="71435" tIns="71435" rIns="71435" bIns="71435" anchor="t"/>
          <a:lstStyle>
            <a:lvl1pPr defTabSz="821529">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76" name="Title Text"/>
          <p:cNvSpPr txBox="1"/>
          <p:nvPr>
            <p:ph type="title"/>
          </p:nvPr>
        </p:nvSpPr>
        <p:spPr>
          <a:xfrm>
            <a:off x="4387451" y="625075"/>
            <a:ext cx="15609097" cy="3036098"/>
          </a:xfrm>
          <a:prstGeom prst="rect">
            <a:avLst/>
          </a:prstGeom>
        </p:spPr>
        <p:txBody>
          <a:bodyPr lIns="71435" tIns="71435" rIns="71435" bIns="71435" anchor="ctr"/>
          <a:lstStyle>
            <a:lvl1pPr algn="ctr" defTabSz="821529">
              <a:lnSpc>
                <a:spcPct val="100000"/>
              </a:lnSpc>
              <a:defRPr b="0" spc="0" sz="10800">
                <a:latin typeface="Helvetica Light"/>
                <a:ea typeface="Helvetica Light"/>
                <a:cs typeface="Helvetica Light"/>
                <a:sym typeface="Helvetica Light"/>
              </a:defRPr>
            </a:lvl1pPr>
          </a:lstStyle>
          <a:p>
            <a:pPr/>
            <a:r>
              <a:t>Title Text</a:t>
            </a:r>
          </a:p>
        </p:txBody>
      </p:sp>
      <p:sp>
        <p:nvSpPr>
          <p:cNvPr id="177" name="Body Level One…"/>
          <p:cNvSpPr txBox="1"/>
          <p:nvPr>
            <p:ph type="body" idx="1"/>
          </p:nvPr>
        </p:nvSpPr>
        <p:spPr>
          <a:xfrm>
            <a:off x="4387451" y="3661169"/>
            <a:ext cx="15609097" cy="8840395"/>
          </a:xfrm>
          <a:prstGeom prst="rect">
            <a:avLst/>
          </a:prstGeom>
        </p:spPr>
        <p:txBody>
          <a:bodyPr lIns="71435" tIns="71435" rIns="71435" bIns="71435" anchor="ctr"/>
          <a:lstStyle>
            <a:lvl1pPr marL="543275" indent="-543275" defTabSz="821529">
              <a:lnSpc>
                <a:spcPct val="100000"/>
              </a:lnSpc>
              <a:spcBef>
                <a:spcPts val="5800"/>
              </a:spcBef>
              <a:buSzPct val="75000"/>
              <a:defRPr sz="4400">
                <a:latin typeface="Helvetica Light"/>
                <a:ea typeface="Helvetica Light"/>
                <a:cs typeface="Helvetica Light"/>
                <a:sym typeface="Helvetica Light"/>
              </a:defRPr>
            </a:lvl1pPr>
            <a:lvl2pPr marL="987776" indent="-543276" defTabSz="821529">
              <a:lnSpc>
                <a:spcPct val="100000"/>
              </a:lnSpc>
              <a:spcBef>
                <a:spcPts val="5800"/>
              </a:spcBef>
              <a:buSzPct val="75000"/>
              <a:defRPr sz="4400">
                <a:latin typeface="Helvetica Light"/>
                <a:ea typeface="Helvetica Light"/>
                <a:cs typeface="Helvetica Light"/>
                <a:sym typeface="Helvetica Light"/>
              </a:defRPr>
            </a:lvl2pPr>
            <a:lvl3pPr marL="1432275" indent="-543275" defTabSz="821529">
              <a:lnSpc>
                <a:spcPct val="100000"/>
              </a:lnSpc>
              <a:spcBef>
                <a:spcPts val="5800"/>
              </a:spcBef>
              <a:buSzPct val="75000"/>
              <a:defRPr sz="4400">
                <a:latin typeface="Helvetica Light"/>
                <a:ea typeface="Helvetica Light"/>
                <a:cs typeface="Helvetica Light"/>
                <a:sym typeface="Helvetica Light"/>
              </a:defRPr>
            </a:lvl3pPr>
            <a:lvl4pPr marL="1876775" indent="-543275" defTabSz="821529">
              <a:lnSpc>
                <a:spcPct val="100000"/>
              </a:lnSpc>
              <a:spcBef>
                <a:spcPts val="5800"/>
              </a:spcBef>
              <a:buSzPct val="75000"/>
              <a:defRPr sz="4400">
                <a:latin typeface="Helvetica Light"/>
                <a:ea typeface="Helvetica Light"/>
                <a:cs typeface="Helvetica Light"/>
                <a:sym typeface="Helvetica Light"/>
              </a:defRPr>
            </a:lvl4pPr>
            <a:lvl5pPr marL="2321276" indent="-543276" defTabSz="821529">
              <a:lnSpc>
                <a:spcPct val="100000"/>
              </a:lnSpc>
              <a:spcBef>
                <a:spcPts val="5800"/>
              </a:spcBef>
              <a:buSzPct val="75000"/>
              <a:defRPr sz="4400">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78" name="Slide Number"/>
          <p:cNvSpPr txBox="1"/>
          <p:nvPr>
            <p:ph type="sldNum" sz="quarter" idx="2"/>
          </p:nvPr>
        </p:nvSpPr>
        <p:spPr>
          <a:xfrm>
            <a:off x="11949937" y="13010554"/>
            <a:ext cx="466266" cy="473073"/>
          </a:xfrm>
          <a:prstGeom prst="rect">
            <a:avLst/>
          </a:prstGeom>
        </p:spPr>
        <p:txBody>
          <a:bodyPr lIns="71435" tIns="71435" rIns="71435" bIns="71435" anchor="t"/>
          <a:lstStyle>
            <a:lvl1pPr defTabSz="821529">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85" name="Title Text"/>
          <p:cNvSpPr txBox="1"/>
          <p:nvPr>
            <p:ph type="title"/>
          </p:nvPr>
        </p:nvSpPr>
        <p:spPr>
          <a:xfrm>
            <a:off x="4387450" y="625075"/>
            <a:ext cx="15609099" cy="3036098"/>
          </a:xfrm>
          <a:prstGeom prst="rect">
            <a:avLst/>
          </a:prstGeom>
        </p:spPr>
        <p:txBody>
          <a:bodyPr lIns="71433" tIns="71433" rIns="71433" bIns="71433" anchor="ctr"/>
          <a:lstStyle>
            <a:lvl1pPr algn="ctr" defTabSz="914400">
              <a:lnSpc>
                <a:spcPct val="100000"/>
              </a:lnSpc>
              <a:defRPr spc="0" sz="16000">
                <a:solidFill>
                  <a:srgbClr val="800000"/>
                </a:solidFill>
                <a:uFill>
                  <a:solidFill>
                    <a:srgbClr val="000000"/>
                  </a:solidFill>
                </a:uFill>
                <a:latin typeface="Helvetica"/>
                <a:ea typeface="Helvetica"/>
                <a:cs typeface="Helvetica"/>
                <a:sym typeface="Helvetica"/>
              </a:defRPr>
            </a:lvl1pPr>
          </a:lstStyle>
          <a:p>
            <a:pPr/>
            <a:r>
              <a:t>Title Text</a:t>
            </a:r>
          </a:p>
        </p:txBody>
      </p:sp>
      <p:sp>
        <p:nvSpPr>
          <p:cNvPr id="186" name="Body Level One…"/>
          <p:cNvSpPr txBox="1"/>
          <p:nvPr>
            <p:ph type="body" idx="1"/>
          </p:nvPr>
        </p:nvSpPr>
        <p:spPr>
          <a:xfrm>
            <a:off x="4387450" y="3661167"/>
            <a:ext cx="15609099" cy="8840398"/>
          </a:xfrm>
          <a:prstGeom prst="rect">
            <a:avLst/>
          </a:prstGeom>
        </p:spPr>
        <p:txBody>
          <a:bodyPr lIns="71433" tIns="71433" rIns="71433" bIns="71433" anchor="ctr"/>
          <a:lstStyle>
            <a:lvl1pPr marL="592666" indent="-592666" defTabSz="821527">
              <a:lnSpc>
                <a:spcPct val="100000"/>
              </a:lnSpc>
              <a:spcBef>
                <a:spcPts val="5800"/>
              </a:spcBef>
              <a:buSzPct val="75000"/>
              <a:defRPr>
                <a:latin typeface="Helvetica Light"/>
                <a:ea typeface="Helvetica Light"/>
                <a:cs typeface="Helvetica Light"/>
                <a:sym typeface="Helvetica Light"/>
              </a:defRPr>
            </a:lvl1pPr>
            <a:lvl2pPr marL="1037164" indent="-592664" defTabSz="821527">
              <a:lnSpc>
                <a:spcPct val="100000"/>
              </a:lnSpc>
              <a:spcBef>
                <a:spcPts val="5800"/>
              </a:spcBef>
              <a:buSzPct val="75000"/>
              <a:defRPr>
                <a:latin typeface="Helvetica Light"/>
                <a:ea typeface="Helvetica Light"/>
                <a:cs typeface="Helvetica Light"/>
                <a:sym typeface="Helvetica Light"/>
              </a:defRPr>
            </a:lvl2pPr>
            <a:lvl3pPr marL="1481664" indent="-592664" defTabSz="821527">
              <a:lnSpc>
                <a:spcPct val="100000"/>
              </a:lnSpc>
              <a:spcBef>
                <a:spcPts val="5800"/>
              </a:spcBef>
              <a:buSzPct val="75000"/>
              <a:defRPr>
                <a:latin typeface="Helvetica Light"/>
                <a:ea typeface="Helvetica Light"/>
                <a:cs typeface="Helvetica Light"/>
                <a:sym typeface="Helvetica Light"/>
              </a:defRPr>
            </a:lvl3pPr>
            <a:lvl4pPr marL="1926164" indent="-592663" defTabSz="821527">
              <a:lnSpc>
                <a:spcPct val="100000"/>
              </a:lnSpc>
              <a:spcBef>
                <a:spcPts val="5800"/>
              </a:spcBef>
              <a:buSzPct val="75000"/>
              <a:defRPr>
                <a:latin typeface="Helvetica Light"/>
                <a:ea typeface="Helvetica Light"/>
                <a:cs typeface="Helvetica Light"/>
                <a:sym typeface="Helvetica Light"/>
              </a:defRPr>
            </a:lvl4pPr>
            <a:lvl5pPr marL="2370666" indent="-592666" defTabSz="821527">
              <a:lnSpc>
                <a:spcPct val="100000"/>
              </a:lnSpc>
              <a:spcBef>
                <a:spcPts val="5800"/>
              </a:spcBef>
              <a:buSzPct val="75000"/>
              <a:defRPr>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87" name="Slide Number"/>
          <p:cNvSpPr txBox="1"/>
          <p:nvPr>
            <p:ph type="sldNum" sz="quarter" idx="2"/>
          </p:nvPr>
        </p:nvSpPr>
        <p:spPr>
          <a:xfrm>
            <a:off x="11935817" y="13010554"/>
            <a:ext cx="494507" cy="511169"/>
          </a:xfrm>
          <a:prstGeom prst="rect">
            <a:avLst/>
          </a:prstGeom>
        </p:spPr>
        <p:txBody>
          <a:bodyPr lIns="71433" tIns="71433" rIns="71433" bIns="71433" anchor="t"/>
          <a:lstStyle>
            <a:lvl1pPr defTabSz="821527">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defTabSz="584200">
              <a:defRPr sz="1800">
                <a:solidFill>
                  <a:srgbClr val="000000"/>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hyperlink" Target="https://www.nytimes.com/2017/07/29/opinion/sunday/we-asked-people-to-say-something-nice-about-trump-heres-what-we-heard.html" TargetMode="External"/><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4.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tif"/></Relationships>

</file>

<file path=ppt/slides/_rels/slide3.xml.rels><?xml version="1.0" encoding="UTF-8"?>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96" name="delong-this-is-fine.png" descr="delong-this-is-fine.png"/>
          <p:cNvPicPr>
            <a:picLocks noChangeAspect="1"/>
          </p:cNvPicPr>
          <p:nvPr/>
        </p:nvPicPr>
        <p:blipFill>
          <a:blip r:embed="rId3">
            <a:alphaModFix amt="24682"/>
            <a:extLst/>
          </a:blip>
          <a:srcRect l="0" t="0" r="1203" b="0"/>
          <a:stretch>
            <a:fillRect/>
          </a:stretch>
        </p:blipFill>
        <p:spPr>
          <a:xfrm>
            <a:off x="0" y="-3183"/>
            <a:ext cx="24384001" cy="13722366"/>
          </a:xfrm>
          <a:prstGeom prst="rect">
            <a:avLst/>
          </a:prstGeom>
          <a:ln w="12700">
            <a:miter lim="400000"/>
          </a:ln>
        </p:spPr>
      </p:pic>
      <p:sp>
        <p:nvSpPr>
          <p:cNvPr id="197" name="&lt;https://www.icloud.com/keynote/0NS1CC0oX3WwfiGNVGIuNYsGA&gt; &lt;https://www.nytimes.com/2017/07/29/opinion/sunday/we-asked-people-to-say-something-nice-about-trump-heres-what-we-heard.html&gt; 2020-11-01"/>
          <p:cNvSpPr txBox="1"/>
          <p:nvPr/>
        </p:nvSpPr>
        <p:spPr>
          <a:xfrm>
            <a:off x="402606" y="13291827"/>
            <a:ext cx="23622001" cy="424173"/>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spAutoFit/>
          </a:bodyPr>
          <a:lstStyle/>
          <a:p>
            <a:pPr algn="r" defTabSz="914400">
              <a:spcBef>
                <a:spcPts val="1200"/>
              </a:spcBef>
              <a:defRPr b="1" sz="1600">
                <a:solidFill>
                  <a:srgbClr val="000000"/>
                </a:solidFill>
                <a:uFill>
                  <a:solidFill>
                    <a:srgbClr val="000000"/>
                  </a:solidFill>
                </a:uFill>
                <a:latin typeface="Helvetica"/>
                <a:ea typeface="Helvetica"/>
                <a:cs typeface="Helvetica"/>
                <a:sym typeface="Helvetica"/>
              </a:defRPr>
            </a:pPr>
            <a:r>
              <a:t>&lt;https://www.icloud.com/keynote/0NS1CC0oX3WwfiGNVGIuNYsGA&gt; &lt;</a:t>
            </a:r>
            <a:r>
              <a:rPr u="sng">
                <a:hlinkClick r:id="rId4" invalidUrl="" action="" tgtFrame="" tooltip="" history="1" highlightClick="0" endSnd="0"/>
              </a:rPr>
              <a:t>https://www.nytimes.com/2017/07/29/opinion/sunday/we-asked-people-to-say-something-nice-about-trump-heres-what-we-heard.html</a:t>
            </a:r>
            <a:r>
              <a:t>&gt; 2020-11-01</a:t>
            </a:r>
          </a:p>
        </p:txBody>
      </p:sp>
      <p:sp>
        <p:nvSpPr>
          <p:cNvPr id="198" name="Note to Self: Michael Kinsley"/>
          <p:cNvSpPr txBox="1"/>
          <p:nvPr>
            <p:ph type="title"/>
          </p:nvPr>
        </p:nvSpPr>
        <p:spPr>
          <a:xfrm>
            <a:off x="402606" y="0"/>
            <a:ext cx="23622001" cy="2286001"/>
          </a:xfrm>
          <a:prstGeom prst="rect">
            <a:avLst/>
          </a:prstGeom>
        </p:spPr>
        <p:txBody>
          <a:bodyPr lIns="91436" tIns="91436" rIns="91436" bIns="91436" anchor="ctr"/>
          <a:lstStyle>
            <a:lvl1pPr algn="ctr" defTabSz="768095">
              <a:lnSpc>
                <a:spcPct val="100000"/>
              </a:lnSpc>
              <a:defRPr spc="0" sz="13439">
                <a:solidFill>
                  <a:srgbClr val="800000"/>
                </a:solidFill>
                <a:uFill>
                  <a:solidFill>
                    <a:srgbClr val="000000"/>
                  </a:solidFill>
                </a:uFill>
                <a:latin typeface="Helvetica"/>
                <a:ea typeface="Helvetica"/>
                <a:cs typeface="Helvetica"/>
                <a:sym typeface="Helvetica"/>
              </a:defRPr>
            </a:lvl1pPr>
          </a:lstStyle>
          <a:p>
            <a:pPr/>
            <a:r>
              <a:t>Note to Self: Michael Kinsley</a:t>
            </a:r>
          </a:p>
        </p:txBody>
      </p:sp>
      <p:sp>
        <p:nvSpPr>
          <p:cNvPr id="199" name="The long 20th century will in all likelihood be seen in the future as the watershed in human experience:…"/>
          <p:cNvSpPr txBox="1"/>
          <p:nvPr/>
        </p:nvSpPr>
        <p:spPr>
          <a:xfrm>
            <a:off x="597873" y="2286000"/>
            <a:ext cx="7620001" cy="10795001"/>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p>
            <a:pPr algn="l" defTabSz="821529">
              <a:defRPr b="1" sz="4800">
                <a:solidFill>
                  <a:srgbClr val="000000"/>
                </a:solidFill>
                <a:latin typeface="Times New Roman"/>
                <a:ea typeface="Times New Roman"/>
                <a:cs typeface="Times New Roman"/>
                <a:sym typeface="Times New Roman"/>
              </a:defRPr>
            </a:pPr>
            <a:r>
              <a:t>The last thing I read, or ever will read, by Michael Kinsley—commissioned and published by the </a:t>
            </a:r>
            <a:r>
              <a:rPr i="1"/>
              <a:t>New York </a:t>
            </a:r>
            <a:r>
              <a:t>Times on July 29, 2017. </a:t>
            </a:r>
          </a:p>
          <a:p>
            <a:pPr algn="l" defTabSz="821529">
              <a:defRPr b="1" sz="4800">
                <a:solidFill>
                  <a:srgbClr val="000000"/>
                </a:solidFill>
                <a:latin typeface="Times New Roman"/>
                <a:ea typeface="Times New Roman"/>
                <a:cs typeface="Times New Roman"/>
                <a:sym typeface="Times New Roman"/>
              </a:defRPr>
            </a:pPr>
          </a:p>
          <a:p>
            <a:pPr algn="l" defTabSz="821529">
              <a:defRPr b="1" sz="4800">
                <a:solidFill>
                  <a:srgbClr val="000000"/>
                </a:solidFill>
                <a:latin typeface="Times New Roman"/>
                <a:ea typeface="Times New Roman"/>
                <a:cs typeface="Times New Roman"/>
                <a:sym typeface="Times New Roman"/>
              </a:defRPr>
            </a:pPr>
            <a:r>
              <a:t>I gave my Kinsley books away to the library after this. </a:t>
            </a:r>
          </a:p>
          <a:p>
            <a:pPr algn="l" defTabSz="821529">
              <a:defRPr b="1" sz="4800">
                <a:solidFill>
                  <a:srgbClr val="000000"/>
                </a:solidFill>
                <a:latin typeface="Times New Roman"/>
                <a:ea typeface="Times New Roman"/>
                <a:cs typeface="Times New Roman"/>
                <a:sym typeface="Times New Roman"/>
              </a:defRPr>
            </a:pPr>
          </a:p>
          <a:p>
            <a:pPr algn="l" defTabSz="821529">
              <a:defRPr b="1" sz="4800">
                <a:solidFill>
                  <a:srgbClr val="000000"/>
                </a:solidFill>
                <a:latin typeface="Times New Roman"/>
                <a:ea typeface="Times New Roman"/>
                <a:cs typeface="Times New Roman"/>
                <a:sym typeface="Times New Roman"/>
              </a:defRPr>
            </a:pPr>
            <a:r>
              <a:t>Perhaps that was the wrong thing to do—after all, someone might come along and read them...</a:t>
            </a:r>
          </a:p>
        </p:txBody>
      </p:sp>
      <p:sp>
        <p:nvSpPr>
          <p:cNvPr id="200" name="The long 20th century will in all likelihood be seen in the future as the watershed in human experience:…"/>
          <p:cNvSpPr txBox="1"/>
          <p:nvPr/>
        </p:nvSpPr>
        <p:spPr>
          <a:xfrm>
            <a:off x="16404606" y="2286000"/>
            <a:ext cx="7620001" cy="10795001"/>
          </a:xfrm>
          <a:prstGeom prst="rect">
            <a:avLst/>
          </a:prstGeom>
          <a:ln w="12700">
            <a:miter lim="400000"/>
          </a:ln>
        </p:spPr>
        <p:txBody>
          <a:bodyPr lIns="91436" tIns="91436" rIns="91436" bIns="91436"/>
          <a:lstStyle/>
          <a:p>
            <a:pPr algn="l" defTabSz="821529">
              <a:spcBef>
                <a:spcPts val="1100"/>
              </a:spcBef>
              <a:defRPr sz="2200">
                <a:solidFill>
                  <a:srgbClr val="000000"/>
                </a:solidFill>
                <a:latin typeface="Times New Roman"/>
                <a:ea typeface="Times New Roman"/>
                <a:cs typeface="Times New Roman"/>
                <a:sym typeface="Times New Roman"/>
              </a:defRPr>
            </a:pPr>
          </a:p>
        </p:txBody>
      </p:sp>
      <p:sp>
        <p:nvSpPr>
          <p:cNvPr id="201" name="The long 20th century will in all likelihood be seen in the future as the watershed in human experience:…"/>
          <p:cNvSpPr txBox="1"/>
          <p:nvPr/>
        </p:nvSpPr>
        <p:spPr>
          <a:xfrm>
            <a:off x="8501240" y="2286000"/>
            <a:ext cx="7620001" cy="10795001"/>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p>
            <a:pPr algn="l" defTabSz="821529">
              <a:defRPr>
                <a:solidFill>
                  <a:srgbClr val="000000"/>
                </a:solidFill>
                <a:latin typeface="Times New Roman"/>
                <a:ea typeface="Times New Roman"/>
                <a:cs typeface="Times New Roman"/>
                <a:sym typeface="Times New Roman"/>
              </a:defRPr>
            </a:pPr>
            <a:r>
              <a:rPr b="1"/>
              <a:t>Michael Kinsley</a:t>
            </a:r>
            <a:r>
              <a:t> (2017-07-29): </a:t>
            </a:r>
            <a:r>
              <a:rPr i="1"/>
              <a:t>We Asked People to Say Something Nice About Trump. Here’s What We Heard</a:t>
            </a:r>
            <a:r>
              <a:t> &lt;</a:t>
            </a:r>
            <a:r>
              <a:rPr u="sng">
                <a:hlinkClick r:id="rId4" invalidUrl="" action="" tgtFrame="" tooltip="" history="1" highlightClick="0" endSnd="0"/>
              </a:rPr>
              <a:t>https://www.nytimes.com/2017/07/29/opinion/sunday/we-asked-people-to-say-something-nice-about-trump-heres-what-we-heard.html</a:t>
            </a:r>
            <a:r>
              <a:t>&gt;: ‘Yes, it’s true that Hillary Clinton got more votes, but he got the votes of more than 62 million…</a:t>
            </a:r>
          </a:p>
          <a:p>
            <a:pPr algn="l" defTabSz="821529">
              <a:defRPr>
                <a:solidFill>
                  <a:srgbClr val="000000"/>
                </a:solidFill>
                <a:latin typeface="Times New Roman"/>
                <a:ea typeface="Times New Roman"/>
                <a:cs typeface="Times New Roman"/>
                <a:sym typeface="Times New Roman"/>
              </a:defRPr>
            </a:pPr>
          </a:p>
          <a:p>
            <a:pPr algn="l" defTabSz="821529">
              <a:defRPr>
                <a:solidFill>
                  <a:srgbClr val="000000"/>
                </a:solidFill>
                <a:latin typeface="Times New Roman"/>
                <a:ea typeface="Times New Roman"/>
                <a:cs typeface="Times New Roman"/>
                <a:sym typeface="Times New Roman"/>
              </a:defRPr>
            </a:pPr>
            <a:r>
              <a:t>‘…The New York Times, The Washington Post, CNN and other establishment outlets have been brazenly, laughably hostile to Mr. Trump, in their news pages as well as their opinion sections. Maybe this hostility is justified. In fact, I think it probably is. </a:t>
            </a:r>
          </a:p>
          <a:p>
            <a:pPr algn="l" defTabSz="821529">
              <a:defRPr>
                <a:solidFill>
                  <a:srgbClr val="000000"/>
                </a:solidFill>
                <a:latin typeface="Times New Roman"/>
                <a:ea typeface="Times New Roman"/>
                <a:cs typeface="Times New Roman"/>
                <a:sym typeface="Times New Roman"/>
              </a:defRPr>
            </a:pPr>
          </a:p>
          <a:p>
            <a:pPr algn="l" defTabSz="821529">
              <a:defRPr>
                <a:solidFill>
                  <a:srgbClr val="000000"/>
                </a:solidFill>
                <a:latin typeface="Times New Roman"/>
                <a:ea typeface="Times New Roman"/>
                <a:cs typeface="Times New Roman"/>
                <a:sym typeface="Times New Roman"/>
              </a:defRPr>
            </a:pPr>
            <a:r>
              <a:t>‘But that doesn’t justify reaching out to twist stories or looking for the anti-Trump angle. Nor does it justify the open hoping—if not assuming—that something will come along to rid us of this turbulent hotelier. Impeachment is supposed to be an occasional tragic necessity, not just another tool for replacing the results of an election.... </a:t>
            </a:r>
          </a:p>
          <a:p>
            <a:pPr algn="l" defTabSz="821529">
              <a:defRPr>
                <a:solidFill>
                  <a:srgbClr val="000000"/>
                </a:solidFill>
                <a:latin typeface="Times New Roman"/>
                <a:ea typeface="Times New Roman"/>
                <a:cs typeface="Times New Roman"/>
                <a:sym typeface="Times New Roman"/>
              </a:defRPr>
            </a:pPr>
          </a:p>
          <a:p>
            <a:pPr algn="l" defTabSz="821529">
              <a:defRPr>
                <a:solidFill>
                  <a:srgbClr val="000000"/>
                </a:solidFill>
                <a:latin typeface="Times New Roman"/>
                <a:ea typeface="Times New Roman"/>
                <a:cs typeface="Times New Roman"/>
                <a:sym typeface="Times New Roman"/>
              </a:defRPr>
            </a:pPr>
            <a:r>
              <a:t>‘There has been endless vilification of the guy and speculation about how we might get rid of him.... Earlier this year, The New York Times allowed me to ask its readers, “Is there nothing nice you can say about the man who, after all, is our president?”... </a:t>
            </a:r>
          </a:p>
          <a:p>
            <a:pPr algn="l" defTabSz="821529">
              <a:defRPr>
                <a:solidFill>
                  <a:srgbClr val="000000"/>
                </a:solidFill>
                <a:latin typeface="Times New Roman"/>
                <a:ea typeface="Times New Roman"/>
                <a:cs typeface="Times New Roman"/>
                <a:sym typeface="Times New Roman"/>
              </a:defRPr>
            </a:pPr>
          </a:p>
          <a:p>
            <a:pPr algn="l" defTabSz="821529">
              <a:defRPr>
                <a:solidFill>
                  <a:srgbClr val="000000"/>
                </a:solidFill>
                <a:latin typeface="Times New Roman"/>
                <a:ea typeface="Times New Roman"/>
                <a:cs typeface="Times New Roman"/>
                <a:sym typeface="Times New Roman"/>
              </a:defRPr>
            </a:pPr>
            <a:r>
              <a:t>‘An alarming number of readers demanded that their subscriptions be canceled because this one pro-Trump article appeared in a daily sea of antagonism to him. Should it really count as pro-Trump to say, well, he’s done this one good thing among all the bad things?…</a:t>
            </a:r>
          </a:p>
        </p:txBody>
      </p:sp>
      <p:pic>
        <p:nvPicPr>
          <p:cNvPr id="202" name="Image" descr="Image"/>
          <p:cNvPicPr>
            <a:picLocks noChangeAspect="1"/>
          </p:cNvPicPr>
          <p:nvPr/>
        </p:nvPicPr>
        <p:blipFill>
          <a:blip r:embed="rId5">
            <a:extLst/>
          </a:blip>
          <a:srcRect l="0" t="22933" r="0" b="0"/>
          <a:stretch>
            <a:fillRect/>
          </a:stretch>
        </p:blipFill>
        <p:spPr>
          <a:xfrm>
            <a:off x="16404606" y="2286000"/>
            <a:ext cx="7620001" cy="3366480"/>
          </a:xfrm>
          <a:prstGeom prst="rect">
            <a:avLst/>
          </a:prstGeom>
          <a:ln w="12700">
            <a:miter lim="400000"/>
          </a:ln>
        </p:spPr>
      </p:pic>
      <p:pic>
        <p:nvPicPr>
          <p:cNvPr id="203" name="Image" descr="Image"/>
          <p:cNvPicPr>
            <a:picLocks noChangeAspect="1"/>
          </p:cNvPicPr>
          <p:nvPr/>
        </p:nvPicPr>
        <p:blipFill>
          <a:blip r:embed="rId6">
            <a:extLst/>
          </a:blip>
          <a:stretch>
            <a:fillRect/>
          </a:stretch>
        </p:blipFill>
        <p:spPr>
          <a:xfrm>
            <a:off x="16404606" y="5840870"/>
            <a:ext cx="7620001" cy="4666512"/>
          </a:xfrm>
          <a:prstGeom prst="rect">
            <a:avLst/>
          </a:prstGeom>
          <a:ln w="12700">
            <a:miter lim="400000"/>
          </a:ln>
        </p:spPr>
      </p:pic>
      <p:pic>
        <p:nvPicPr>
          <p:cNvPr id="204" name="Image" descr="Image"/>
          <p:cNvPicPr>
            <a:picLocks noChangeAspect="1"/>
          </p:cNvPicPr>
          <p:nvPr/>
        </p:nvPicPr>
        <p:blipFill>
          <a:blip r:embed="rId7">
            <a:extLst/>
          </a:blip>
          <a:stretch>
            <a:fillRect/>
          </a:stretch>
        </p:blipFill>
        <p:spPr>
          <a:xfrm>
            <a:off x="16404606" y="10718209"/>
            <a:ext cx="7620001" cy="2362791"/>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8" name="About the Course"/>
          <p:cNvSpPr txBox="1"/>
          <p:nvPr>
            <p:ph type="title" idx="4294967295"/>
          </p:nvPr>
        </p:nvSpPr>
        <p:spPr>
          <a:xfrm>
            <a:off x="3273126" y="-5"/>
            <a:ext cx="17780001" cy="2286001"/>
          </a:xfrm>
          <a:prstGeom prst="rect">
            <a:avLst/>
          </a:prstGeom>
        </p:spPr>
        <p:txBody>
          <a:bodyPr lIns="91436" tIns="91436" rIns="91436" bIns="91436" anchor="ctr"/>
          <a:lstStyle>
            <a:lvl1pPr algn="ctr" defTabSz="777240">
              <a:lnSpc>
                <a:spcPct val="100000"/>
              </a:lnSpc>
              <a:defRPr spc="0" sz="13600">
                <a:solidFill>
                  <a:srgbClr val="800000"/>
                </a:solidFill>
                <a:uFill>
                  <a:solidFill>
                    <a:srgbClr val="000000"/>
                  </a:solidFill>
                </a:uFill>
                <a:latin typeface="Helvetica"/>
                <a:ea typeface="Helvetica"/>
                <a:cs typeface="Helvetica"/>
                <a:sym typeface="Helvetica"/>
              </a:defRPr>
            </a:lvl1pPr>
          </a:lstStyle>
          <a:p>
            <a:pPr/>
            <a:r>
              <a:t>Catch Our Breath</a:t>
            </a:r>
          </a:p>
        </p:txBody>
      </p:sp>
      <p:sp>
        <p:nvSpPr>
          <p:cNvPr id="209" name="The long 20th century will in all likelihood be seen in the future as the watershed in human experience:…"/>
          <p:cNvSpPr txBox="1"/>
          <p:nvPr>
            <p:ph type="body" idx="4294967295"/>
          </p:nvPr>
        </p:nvSpPr>
        <p:spPr>
          <a:xfrm>
            <a:off x="497101" y="2285995"/>
            <a:ext cx="12572024" cy="10795001"/>
          </a:xfrm>
          <a:prstGeom prst="rect">
            <a:avLst/>
          </a:prstGeom>
        </p:spPr>
        <p:txBody>
          <a:bodyPr lIns="91436" tIns="91436" rIns="91436" bIns="91436"/>
          <a:lstStyle/>
          <a:p>
            <a:pPr marL="0" indent="0" defTabSz="914400">
              <a:lnSpc>
                <a:spcPct val="100000"/>
              </a:lnSpc>
              <a:spcBef>
                <a:spcPts val="4000"/>
              </a:spcBef>
              <a:buSzTx/>
              <a:buNone/>
              <a:defRPr b="1" sz="6000">
                <a:uFill>
                  <a:solidFill>
                    <a:srgbClr val="000000"/>
                  </a:solidFill>
                </a:uFill>
                <a:latin typeface="Helvetica"/>
                <a:ea typeface="Helvetica"/>
                <a:cs typeface="Helvetica"/>
                <a:sym typeface="Helvetica"/>
              </a:defRPr>
            </a:pPr>
            <a:r>
              <a:t>Let’s reflect on what we have just heard &amp; seen…</a:t>
            </a:r>
          </a:p>
          <a:p>
            <a:pPr marL="914400" indent="-914400" defTabSz="740662">
              <a:lnSpc>
                <a:spcPct val="100000"/>
              </a:lnSpc>
              <a:spcBef>
                <a:spcPts val="1600"/>
              </a:spcBef>
              <a:buSzPct val="100000"/>
              <a:buAutoNum type="arabicPeriod" startAt="1"/>
              <a:tabLst>
                <a:tab pos="444500" algn="l"/>
              </a:tabLst>
              <a:defRPr>
                <a:uFill>
                  <a:solidFill>
                    <a:srgbClr val="000000"/>
                  </a:solidFill>
                </a:uFill>
                <a:latin typeface="Times New Roman"/>
                <a:ea typeface="Times New Roman"/>
                <a:cs typeface="Times New Roman"/>
                <a:sym typeface="Times New Roman"/>
              </a:defRPr>
            </a:pPr>
            <a:r>
              <a:t>Comments</a:t>
            </a:r>
          </a:p>
          <a:p>
            <a:pPr marL="914400" indent="-914400" defTabSz="740662">
              <a:lnSpc>
                <a:spcPct val="100000"/>
              </a:lnSpc>
              <a:spcBef>
                <a:spcPts val="1600"/>
              </a:spcBef>
              <a:buSzPct val="100000"/>
              <a:buAutoNum type="arabicPeriod" startAt="1"/>
              <a:tabLst>
                <a:tab pos="444500" algn="l"/>
              </a:tabLst>
              <a:defRPr>
                <a:uFill>
                  <a:solidFill>
                    <a:srgbClr val="000000"/>
                  </a:solidFill>
                </a:uFill>
                <a:latin typeface="Times New Roman"/>
                <a:ea typeface="Times New Roman"/>
                <a:cs typeface="Times New Roman"/>
                <a:sym typeface="Times New Roman"/>
              </a:defRPr>
            </a:pPr>
            <a:r>
              <a:t>Questions</a:t>
            </a:r>
          </a:p>
          <a:p>
            <a:pPr marL="914400" indent="-914400" defTabSz="740662">
              <a:lnSpc>
                <a:spcPct val="100000"/>
              </a:lnSpc>
              <a:spcBef>
                <a:spcPts val="1600"/>
              </a:spcBef>
              <a:buSzPct val="100000"/>
              <a:buAutoNum type="arabicPeriod" startAt="1"/>
              <a:tabLst>
                <a:tab pos="444500" algn="l"/>
              </a:tabLst>
              <a:defRPr>
                <a:uFill>
                  <a:solidFill>
                    <a:srgbClr val="000000"/>
                  </a:solidFill>
                </a:uFill>
                <a:latin typeface="Times New Roman"/>
                <a:ea typeface="Times New Roman"/>
                <a:cs typeface="Times New Roman"/>
                <a:sym typeface="Times New Roman"/>
              </a:defRPr>
            </a:pPr>
            <a:r>
              <a:t>Readings</a:t>
            </a:r>
          </a:p>
        </p:txBody>
      </p:sp>
      <p:pic>
        <p:nvPicPr>
          <p:cNvPr id="210" name="Image" descr="Image"/>
          <p:cNvPicPr>
            <a:picLocks noChangeAspect="1"/>
          </p:cNvPicPr>
          <p:nvPr/>
        </p:nvPicPr>
        <p:blipFill>
          <a:blip r:embed="rId2">
            <a:extLst/>
          </a:blip>
          <a:stretch>
            <a:fillRect/>
          </a:stretch>
        </p:blipFill>
        <p:spPr>
          <a:xfrm>
            <a:off x="13069123" y="2285995"/>
            <a:ext cx="11035129" cy="11035126"/>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2" name="About the Course"/>
          <p:cNvSpPr txBox="1"/>
          <p:nvPr>
            <p:ph type="title" idx="4294967295"/>
          </p:nvPr>
        </p:nvSpPr>
        <p:spPr>
          <a:xfrm>
            <a:off x="0" y="-5"/>
            <a:ext cx="24384001" cy="2286001"/>
          </a:xfrm>
          <a:prstGeom prst="rect">
            <a:avLst/>
          </a:prstGeom>
        </p:spPr>
        <p:txBody>
          <a:bodyPr lIns="91436" tIns="91436" rIns="91436" bIns="91436" anchor="ctr"/>
          <a:lstStyle>
            <a:lvl1pPr algn="ctr" defTabSz="768095">
              <a:lnSpc>
                <a:spcPct val="100000"/>
              </a:lnSpc>
              <a:defRPr spc="0" sz="13439">
                <a:solidFill>
                  <a:srgbClr val="800000"/>
                </a:solidFill>
                <a:uFill>
                  <a:solidFill>
                    <a:srgbClr val="000000"/>
                  </a:solidFill>
                </a:uFill>
                <a:latin typeface="Helvetica"/>
                <a:ea typeface="Helvetica"/>
                <a:cs typeface="Helvetica"/>
                <a:sym typeface="Helvetica"/>
              </a:defRPr>
            </a:lvl1pPr>
          </a:lstStyle>
          <a:p>
            <a:pPr/>
            <a:r>
              <a:t>========================</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14" name="delong-this-is-fine.png" descr="delong-this-is-fine.png"/>
          <p:cNvPicPr>
            <a:picLocks noChangeAspect="1"/>
          </p:cNvPicPr>
          <p:nvPr/>
        </p:nvPicPr>
        <p:blipFill>
          <a:blip r:embed="rId2">
            <a:extLst/>
          </a:blip>
          <a:srcRect l="0" t="0" r="1203" b="0"/>
          <a:stretch>
            <a:fillRect/>
          </a:stretch>
        </p:blipFill>
        <p:spPr>
          <a:xfrm>
            <a:off x="0" y="-3183"/>
            <a:ext cx="24384001" cy="13722366"/>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