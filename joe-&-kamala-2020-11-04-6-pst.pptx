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 marL="1037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 marL="1481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 marL="1926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 marL="2370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714732">
              <a:lnSpc>
                <a:spcPct val="100000"/>
              </a:lnSpc>
              <a:defRPr spc="0" sz="16000">
                <a:solidFill>
                  <a:srgbClr val="00008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/>
          <p:nvPr>
            <p:ph type="title"/>
          </p:nvPr>
        </p:nvSpPr>
        <p:spPr>
          <a:xfrm>
            <a:off x="4387451" y="625077"/>
            <a:ext cx="15609097" cy="3036095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914400">
              <a:lnSpc>
                <a:spcPct val="100000"/>
              </a:lnSpc>
              <a:defRPr spc="0" sz="112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1935816" y="13010554"/>
            <a:ext cx="494510" cy="5111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7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/>
          <p:nvPr>
            <p:ph type="title"/>
          </p:nvPr>
        </p:nvSpPr>
        <p:spPr>
          <a:xfrm>
            <a:off x="4387450" y="625075"/>
            <a:ext cx="15609099" cy="3036098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914400">
              <a:lnSpc>
                <a:spcPct val="100000"/>
              </a:lnSpc>
              <a:defRPr spc="0" sz="1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6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92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11935817" y="13010554"/>
            <a:ext cx="494507" cy="5111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ww.bradford-delong.com/2020/11/i-really-do-think-joe-kamala-have-got-this-under-control.html" TargetMode="External"/><Relationship Id="rId4" Type="http://schemas.openxmlformats.org/officeDocument/2006/relationships/hyperlink" Target="https://www.icloud.com/keynote/0D0_rT8gYqxxO6pPSRIbgR2Uw" TargetMode="External"/><Relationship Id="rId5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4682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2020-11-04"/>
          <p:cNvSpPr txBox="1"/>
          <p:nvPr/>
        </p:nvSpPr>
        <p:spPr>
          <a:xfrm>
            <a:off x="8062783" y="13291827"/>
            <a:ext cx="15961824" cy="46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18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2020-11-04</a:t>
            </a:r>
          </a:p>
        </p:txBody>
      </p:sp>
      <p:sp>
        <p:nvSpPr>
          <p:cNvPr id="198" name="I Really Do Think Joe &amp; Kamala Have Got This Under Control"/>
          <p:cNvSpPr txBox="1"/>
          <p:nvPr>
            <p:ph type="title"/>
          </p:nvPr>
        </p:nvSpPr>
        <p:spPr>
          <a:xfrm>
            <a:off x="402606" y="0"/>
            <a:ext cx="23622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384047">
              <a:lnSpc>
                <a:spcPct val="100000"/>
              </a:lnSpc>
              <a:defRPr spc="0" sz="6719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 Really Do Think Joe &amp; Kamala Have Got This Under Control</a:t>
            </a:r>
          </a:p>
        </p:txBody>
      </p:sp>
      <p:sp>
        <p:nvSpPr>
          <p:cNvPr id="199" name="The long 20th century will in all likelihood be seen in the future as the watershed in human experience:…"/>
          <p:cNvSpPr txBox="1"/>
          <p:nvPr/>
        </p:nvSpPr>
        <p:spPr>
          <a:xfrm>
            <a:off x="597873" y="2286000"/>
            <a:ext cx="746491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That is all…</a:t>
            </a: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====</a:t>
            </a: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.#notetoself #orangehairedbaboons #politics #2020-11-04</a:t>
            </a: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821529">
              <a:spcBef>
                <a:spcPts val="2200"/>
              </a:spcBef>
              <a:defRPr b="1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&lt;</a:t>
            </a:r>
            <a:r>
              <a:rPr u="sng">
                <a:hlinkClick r:id="rId3" invalidUrl="" action="" tgtFrame="" tooltip="" history="1" highlightClick="0" endSnd="0"/>
              </a:rPr>
              <a:t>https://www.bradford-delong.com/2020/11/i-really-do-think-joe-kamala-have-got-this-under-control.html</a:t>
            </a:r>
            <a:r>
              <a:t>&gt; &lt;</a:t>
            </a:r>
            <a:r>
              <a:rPr u="sng">
                <a:hlinkClick r:id="rId4" invalidUrl="" action="" tgtFrame="" tooltip="" history="1" highlightClick="0" endSnd="0"/>
              </a:rPr>
              <a:t>https://www.icloud.com/keynote/0D0_rT8gYqxxO6pPSRIbgR2Uw</a:t>
            </a:r>
            <a:r>
              <a:t>&gt;</a:t>
            </a:r>
          </a:p>
        </p:txBody>
      </p:sp>
      <p:pic>
        <p:nvPicPr>
          <p:cNvPr id="200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062783" y="2286000"/>
            <a:ext cx="15961824" cy="10789928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&lt;https://www.bradford-delong.com/2020/11/i-really-do-think-joe-kamala-have-got-this-under-control.html&gt; &lt;https://www.icloud.com/keynote/0D0_rT8gYqxxO6pPSRIbgR2Uw&gt;"/>
          <p:cNvSpPr txBox="1"/>
          <p:nvPr/>
        </p:nvSpPr>
        <p:spPr>
          <a:xfrm>
            <a:off x="402606" y="13291827"/>
            <a:ext cx="19553014" cy="46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18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</a:t>
            </a:r>
            <a:r>
              <a:rPr>
                <a:hlinkClick r:id="rId3" invalidUrl="" action="" tgtFrame="" tooltip="" history="1" highlightClick="0" endSnd="0"/>
              </a:rPr>
              <a:t>https://www.bradford-delong.com/2020/11/i-really-do-think-joe-kamala-have-got-this-under-control.html</a:t>
            </a:r>
            <a:r>
              <a:t>&gt; &lt;</a:t>
            </a:r>
            <a:r>
              <a:rPr>
                <a:hlinkClick r:id="rId4" invalidUrl="" action="" tgtFrame="" tooltip="" history="1" highlightClick="0" endSnd="0"/>
              </a:rPr>
              <a:t>https://www.icloud.com/keynote/0D0_rT8gYqxxO6pPSRIbgR2Uw</a:t>
            </a:r>
            <a:r>
              <a:t>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bout the Course"/>
          <p:cNvSpPr txBox="1"/>
          <p:nvPr>
            <p:ph type="title" idx="4294967295"/>
          </p:nvPr>
        </p:nvSpPr>
        <p:spPr>
          <a:xfrm>
            <a:off x="3273126" y="-5"/>
            <a:ext cx="17780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Catch Our Breath</a:t>
            </a:r>
          </a:p>
        </p:txBody>
      </p:sp>
      <p:sp>
        <p:nvSpPr>
          <p:cNvPr id="204" name="The long 20th century will in all likelihood be seen in the future as the watershed in human experience:…"/>
          <p:cNvSpPr txBox="1"/>
          <p:nvPr>
            <p:ph type="body" idx="4294967295"/>
          </p:nvPr>
        </p:nvSpPr>
        <p:spPr>
          <a:xfrm>
            <a:off x="497101" y="2285995"/>
            <a:ext cx="12572024" cy="10795001"/>
          </a:xfrm>
          <a:prstGeom prst="rect">
            <a:avLst/>
          </a:prstGeom>
        </p:spPr>
        <p:txBody>
          <a:bodyPr lIns="91436" tIns="91436" rIns="91436" bIns="91436"/>
          <a:lstStyle/>
          <a:p>
            <a:pPr marL="0" indent="0" defTabSz="914400">
              <a:lnSpc>
                <a:spcPct val="100000"/>
              </a:lnSpc>
              <a:spcBef>
                <a:spcPts val="4000"/>
              </a:spcBef>
              <a:buSzTx/>
              <a:buNone/>
              <a:defRPr b="1" sz="6000"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Let’s reflect on what we have just heard &amp; seen…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Comments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Questions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Readings</a:t>
            </a:r>
          </a:p>
        </p:txBody>
      </p:sp>
      <p:pic>
        <p:nvPicPr>
          <p:cNvPr id="20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69123" y="2285995"/>
            <a:ext cx="11035129" cy="11035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bout the Course"/>
          <p:cNvSpPr txBox="1"/>
          <p:nvPr>
            <p:ph type="title" idx="4294967295"/>
          </p:nvPr>
        </p:nvSpPr>
        <p:spPr>
          <a:xfrm>
            <a:off x="0" y="-5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68095">
              <a:lnSpc>
                <a:spcPct val="100000"/>
              </a:lnSpc>
              <a:defRPr spc="0" sz="13439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========================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delong-this-is-fine.png" descr="delong-this-is-fine.png"/>
          <p:cNvPicPr>
            <a:picLocks noChangeAspect="1"/>
          </p:cNvPicPr>
          <p:nvPr/>
        </p:nvPicPr>
        <p:blipFill>
          <a:blip r:embed="rId2"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