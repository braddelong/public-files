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media/media1.m4a" ContentType="audi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1pPr>
    <a:lvl2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2pPr>
    <a:lvl3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3pPr>
    <a:lvl4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4pPr>
    <a:lvl5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5pPr>
    <a:lvl6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6pPr>
    <a:lvl7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7pPr>
    <a:lvl8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8pPr>
    <a:lvl9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b="def" i="def"/>
      <a:tcStyle>
        <a:tcBdr/>
        <a:fill>
          <a:solidFill>
            <a:srgbClr val="EEEE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3CECE"/>
          </a:solidFill>
        </a:fill>
      </a:tcStyle>
    </a:wholeTbl>
    <a:band2H>
      <a:tcTxStyle b="def" i="def"/>
      <a:tcStyle>
        <a:tcBdr/>
        <a:fill>
          <a:solidFill>
            <a:srgbClr val="F1E8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2" name="Shape 132"/>
          <p:cNvSpPr/>
          <p:nvPr>
            <p:ph type="sldImg"/>
          </p:nvPr>
        </p:nvSpPr>
        <p:spPr>
          <a:xfrm>
            <a:off x="1143000" y="685800"/>
            <a:ext cx="4572000" cy="3429000"/>
          </a:xfrm>
          <a:prstGeom prst="rect">
            <a:avLst/>
          </a:prstGeom>
        </p:spPr>
        <p:txBody>
          <a:bodyPr/>
          <a:lstStyle/>
          <a:p>
            <a:pPr/>
          </a:p>
        </p:txBody>
      </p:sp>
      <p:sp>
        <p:nvSpPr>
          <p:cNvPr id="133" name="Shape 13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25000"/>
      </a:lnSpc>
      <a:defRPr sz="2400">
        <a:latin typeface="+mn-lt"/>
        <a:ea typeface="+mn-ea"/>
        <a:cs typeface="+mn-cs"/>
        <a:sym typeface="Avenir Roman"/>
      </a:defRPr>
    </a:lvl1pPr>
    <a:lvl2pPr indent="228600" defTabSz="457200" latinLnBrk="0">
      <a:lnSpc>
        <a:spcPct val="125000"/>
      </a:lnSpc>
      <a:defRPr sz="2400">
        <a:latin typeface="+mn-lt"/>
        <a:ea typeface="+mn-ea"/>
        <a:cs typeface="+mn-cs"/>
        <a:sym typeface="Avenir Roman"/>
      </a:defRPr>
    </a:lvl2pPr>
    <a:lvl3pPr indent="457200" defTabSz="457200" latinLnBrk="0">
      <a:lnSpc>
        <a:spcPct val="125000"/>
      </a:lnSpc>
      <a:defRPr sz="2400">
        <a:latin typeface="+mn-lt"/>
        <a:ea typeface="+mn-ea"/>
        <a:cs typeface="+mn-cs"/>
        <a:sym typeface="Avenir Roman"/>
      </a:defRPr>
    </a:lvl3pPr>
    <a:lvl4pPr indent="685800" defTabSz="457200" latinLnBrk="0">
      <a:lnSpc>
        <a:spcPct val="125000"/>
      </a:lnSpc>
      <a:defRPr sz="2400">
        <a:latin typeface="+mn-lt"/>
        <a:ea typeface="+mn-ea"/>
        <a:cs typeface="+mn-cs"/>
        <a:sym typeface="Avenir Roman"/>
      </a:defRPr>
    </a:lvl4pPr>
    <a:lvl5pPr indent="914400" defTabSz="457200" latinLnBrk="0">
      <a:lnSpc>
        <a:spcPct val="125000"/>
      </a:lnSpc>
      <a:defRPr sz="2400">
        <a:latin typeface="+mn-lt"/>
        <a:ea typeface="+mn-ea"/>
        <a:cs typeface="+mn-cs"/>
        <a:sym typeface="Avenir Roman"/>
      </a:defRPr>
    </a:lvl5pPr>
    <a:lvl6pPr indent="1143000" defTabSz="457200" latinLnBrk="0">
      <a:lnSpc>
        <a:spcPct val="125000"/>
      </a:lnSpc>
      <a:defRPr sz="2400">
        <a:latin typeface="+mn-lt"/>
        <a:ea typeface="+mn-ea"/>
        <a:cs typeface="+mn-cs"/>
        <a:sym typeface="Avenir Roman"/>
      </a:defRPr>
    </a:lvl6pPr>
    <a:lvl7pPr indent="1371600" defTabSz="457200" latinLnBrk="0">
      <a:lnSpc>
        <a:spcPct val="125000"/>
      </a:lnSpc>
      <a:defRPr sz="2400">
        <a:latin typeface="+mn-lt"/>
        <a:ea typeface="+mn-ea"/>
        <a:cs typeface="+mn-cs"/>
        <a:sym typeface="Avenir Roman"/>
      </a:defRPr>
    </a:lvl7pPr>
    <a:lvl8pPr indent="1600200" defTabSz="457200" latinLnBrk="0">
      <a:lnSpc>
        <a:spcPct val="125000"/>
      </a:lnSpc>
      <a:defRPr sz="2400">
        <a:latin typeface="+mn-lt"/>
        <a:ea typeface="+mn-ea"/>
        <a:cs typeface="+mn-cs"/>
        <a:sym typeface="Avenir Roman"/>
      </a:defRPr>
    </a:lvl8pPr>
    <a:lvl9pPr indent="1828800" defTabSz="457200" latinLnBrk="0">
      <a:lnSpc>
        <a:spcPct val="125000"/>
      </a:lnSpc>
      <a:defRPr sz="2400">
        <a:latin typeface="+mn-lt"/>
        <a:ea typeface="+mn-ea"/>
        <a:cs typeface="+mn-cs"/>
        <a:sym typeface="Avenir Roman"/>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xfrm>
            <a:off x="8428181" y="6404294"/>
            <a:ext cx="258620" cy="269237"/>
          </a:xfrm>
          <a:prstGeom prst="rect">
            <a:avLst/>
          </a:prstGeom>
        </p:spPr>
        <p:txBody>
          <a:bodyPr lIns="45718" tIns="45718" rIns="45718" bIns="45718" anchor="ctr"/>
          <a:lstStyle>
            <a:lvl1pPr algn="r" defTabSz="457200">
              <a:defRPr>
                <a:solidFill>
                  <a:srgbClr val="898989"/>
                </a:solidFill>
                <a:uFill>
                  <a:solidFill>
                    <a:srgbClr val="898989"/>
                  </a:solidFill>
                </a:u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8" name="Slide Number"/>
          <p:cNvSpPr txBox="1"/>
          <p:nvPr>
            <p:ph type="sldNum" sz="quarter" idx="2"/>
          </p:nvPr>
        </p:nvSpPr>
        <p:spPr>
          <a:xfrm>
            <a:off x="8428181" y="6404294"/>
            <a:ext cx="258620" cy="269237"/>
          </a:xfrm>
          <a:prstGeom prst="rect">
            <a:avLst/>
          </a:prstGeom>
        </p:spPr>
        <p:txBody>
          <a:bodyPr lIns="45718" tIns="45718" rIns="45718" bIns="45718" anchor="ctr"/>
          <a:lstStyle>
            <a:lvl1pPr algn="r" defTabSz="457200">
              <a:defRPr>
                <a:solidFill>
                  <a:srgbClr val="898989"/>
                </a:solidFill>
                <a:uFill>
                  <a:solidFill>
                    <a:srgbClr val="898989"/>
                  </a:solidFill>
                </a:uFill>
                <a:latin typeface="Calibri"/>
                <a:ea typeface="Calibri"/>
                <a:cs typeface="Calibri"/>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34" name="Title Text"/>
          <p:cNvSpPr txBox="1"/>
          <p:nvPr>
            <p:ph type="title"/>
          </p:nvPr>
        </p:nvSpPr>
        <p:spPr>
          <a:xfrm>
            <a:off x="669725" y="312538"/>
            <a:ext cx="7804549" cy="1518048"/>
          </a:xfrm>
          <a:prstGeom prst="rect">
            <a:avLst/>
          </a:prstGeom>
        </p:spPr>
        <p:txBody>
          <a:bodyPr lIns="35717" tIns="35717" rIns="35717" bIns="35717"/>
          <a:lstStyle>
            <a:lvl1pPr>
              <a:defRPr sz="5600">
                <a:solidFill>
                  <a:srgbClr val="000080"/>
                </a:solidFill>
                <a:latin typeface="Calibri"/>
                <a:ea typeface="Calibri"/>
                <a:cs typeface="Calibri"/>
                <a:sym typeface="Calibri"/>
              </a:defRPr>
            </a:lvl1pPr>
          </a:lstStyle>
          <a:p>
            <a:pPr/>
            <a:r>
              <a:t>Title Text</a:t>
            </a:r>
          </a:p>
        </p:txBody>
      </p:sp>
      <p:sp>
        <p:nvSpPr>
          <p:cNvPr id="35" name="Body Level One…"/>
          <p:cNvSpPr txBox="1"/>
          <p:nvPr>
            <p:ph type="body" idx="1"/>
          </p:nvPr>
        </p:nvSpPr>
        <p:spPr>
          <a:xfrm>
            <a:off x="669725" y="1830584"/>
            <a:ext cx="7804549" cy="4420198"/>
          </a:xfrm>
          <a:prstGeom prst="rect">
            <a:avLst/>
          </a:prstGeom>
        </p:spPr>
        <p:txBody>
          <a:bodyPr lIns="35717" tIns="35717" rIns="35717" bIns="35717"/>
          <a:lstStyle>
            <a:lvl1pPr defTabSz="410764"/>
            <a:lvl2pPr marL="740832" indent="-296332" defTabSz="410764"/>
            <a:lvl3pPr marL="1185332" indent="-296332" defTabSz="410764"/>
            <a:lvl4pPr indent="-296332" defTabSz="410764"/>
            <a:lvl5pPr defTabSz="410764"/>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43" name="Title Text"/>
          <p:cNvSpPr txBox="1"/>
          <p:nvPr>
            <p:ph type="title"/>
          </p:nvPr>
        </p:nvSpPr>
        <p:spPr>
          <a:xfrm>
            <a:off x="892967" y="1151929"/>
            <a:ext cx="7358066" cy="2321720"/>
          </a:xfrm>
          <a:prstGeom prst="rect">
            <a:avLst/>
          </a:prstGeom>
        </p:spPr>
        <p:txBody>
          <a:bodyPr lIns="35717" tIns="35717" rIns="35717" bIns="35717" anchor="b"/>
          <a:lstStyle>
            <a:lvl1pPr defTabSz="410764">
              <a:defRPr>
                <a:solidFill>
                  <a:srgbClr val="000080"/>
                </a:solidFill>
                <a:uFillTx/>
              </a:defRPr>
            </a:lvl1pPr>
          </a:lstStyle>
          <a:p>
            <a:pPr/>
            <a:r>
              <a:t>Title Text</a:t>
            </a:r>
          </a:p>
        </p:txBody>
      </p:sp>
      <p:sp>
        <p:nvSpPr>
          <p:cNvPr id="44" name="Body Level One…"/>
          <p:cNvSpPr txBox="1"/>
          <p:nvPr>
            <p:ph type="body" sz="quarter" idx="1"/>
          </p:nvPr>
        </p:nvSpPr>
        <p:spPr>
          <a:xfrm>
            <a:off x="892967" y="3536155"/>
            <a:ext cx="7358066" cy="794744"/>
          </a:xfrm>
          <a:prstGeom prst="rect">
            <a:avLst/>
          </a:prstGeom>
        </p:spPr>
        <p:txBody>
          <a:bodyPr lIns="35717" tIns="35717" rIns="35717" bIns="35717" anchor="t"/>
          <a:lstStyle>
            <a:lvl1pPr marL="0" indent="0" defTabSz="410764">
              <a:spcBef>
                <a:spcPts val="600"/>
              </a:spcBef>
              <a:buSzTx/>
              <a:buNone/>
              <a:defRPr>
                <a:latin typeface="Times New Roman"/>
                <a:ea typeface="Times New Roman"/>
                <a:cs typeface="Times New Roman"/>
                <a:sym typeface="Times New Roman"/>
              </a:defRPr>
            </a:lvl1pPr>
            <a:lvl2pPr marL="0" indent="0" defTabSz="410764">
              <a:spcBef>
                <a:spcPts val="600"/>
              </a:spcBef>
              <a:buSzTx/>
              <a:buNone/>
              <a:defRPr>
                <a:latin typeface="Times New Roman"/>
                <a:ea typeface="Times New Roman"/>
                <a:cs typeface="Times New Roman"/>
                <a:sym typeface="Times New Roman"/>
              </a:defRPr>
            </a:lvl2pPr>
            <a:lvl3pPr marL="0" indent="0" defTabSz="410764">
              <a:spcBef>
                <a:spcPts val="600"/>
              </a:spcBef>
              <a:buSzTx/>
              <a:buNone/>
              <a:defRPr>
                <a:latin typeface="Times New Roman"/>
                <a:ea typeface="Times New Roman"/>
                <a:cs typeface="Times New Roman"/>
                <a:sym typeface="Times New Roman"/>
              </a:defRPr>
            </a:lvl3pPr>
            <a:lvl4pPr marL="0" indent="0" defTabSz="410764">
              <a:spcBef>
                <a:spcPts val="600"/>
              </a:spcBef>
              <a:buSzTx/>
              <a:buNone/>
              <a:defRPr>
                <a:latin typeface="Times New Roman"/>
                <a:ea typeface="Times New Roman"/>
                <a:cs typeface="Times New Roman"/>
                <a:sym typeface="Times New Roman"/>
              </a:defRPr>
            </a:lvl4pPr>
            <a:lvl5pPr marL="0" indent="0" defTabSz="410764">
              <a:spcBef>
                <a:spcPts val="600"/>
              </a:spcBef>
              <a:buSzTx/>
              <a:buNone/>
              <a:defRPr>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2" name="Title Text"/>
          <p:cNvSpPr txBox="1"/>
          <p:nvPr>
            <p:ph type="title"/>
          </p:nvPr>
        </p:nvSpPr>
        <p:spPr>
          <a:xfrm>
            <a:off x="669725" y="312538"/>
            <a:ext cx="7804549" cy="1518048"/>
          </a:xfrm>
          <a:prstGeom prst="rect">
            <a:avLst/>
          </a:prstGeom>
        </p:spPr>
        <p:txBody>
          <a:bodyPr lIns="35717" tIns="35717" rIns="35717" bIns="35717"/>
          <a:lstStyle>
            <a:lvl1pPr defTabSz="410764">
              <a:defRPr>
                <a:solidFill>
                  <a:srgbClr val="000080"/>
                </a:solidFill>
                <a:uFillTx/>
              </a:defRPr>
            </a:lvl1pPr>
          </a:lstStyle>
          <a:p>
            <a:pPr/>
            <a:r>
              <a:t>Title Text</a:t>
            </a:r>
          </a:p>
        </p:txBody>
      </p:sp>
      <p:sp>
        <p:nvSpPr>
          <p:cNvPr id="53" name="Body Level One…"/>
          <p:cNvSpPr txBox="1"/>
          <p:nvPr>
            <p:ph type="body" idx="1"/>
          </p:nvPr>
        </p:nvSpPr>
        <p:spPr>
          <a:xfrm>
            <a:off x="669725" y="1830584"/>
            <a:ext cx="7804549" cy="4420198"/>
          </a:xfrm>
          <a:prstGeom prst="rect">
            <a:avLst/>
          </a:prstGeom>
        </p:spPr>
        <p:txBody>
          <a:bodyPr lIns="35717" tIns="35717" rIns="35717" bIns="35717"/>
          <a:lstStyle>
            <a:lvl1pPr defTabSz="410764"/>
            <a:lvl2pPr marL="740832" indent="-296332" defTabSz="410764"/>
            <a:lvl3pPr marL="1185332" indent="-296332" defTabSz="410764"/>
            <a:lvl4pPr indent="-296332" defTabSz="410764"/>
            <a:lvl5pPr defTabSz="410764"/>
          </a:lstStyle>
          <a:p>
            <a:pPr/>
            <a:r>
              <a:t>Body Level One</a:t>
            </a:r>
          </a:p>
          <a:p>
            <a:pPr lvl="1"/>
            <a:r>
              <a:t>Body Level Two</a:t>
            </a:r>
          </a:p>
          <a:p>
            <a:pPr lvl="2"/>
            <a:r>
              <a:t>Body Level Three</a:t>
            </a:r>
          </a:p>
          <a:p>
            <a:pPr lvl="3"/>
            <a:r>
              <a:t>Body Level Four</a:t>
            </a:r>
          </a:p>
          <a:p>
            <a:pPr lvl="4"/>
            <a:r>
              <a:t>Body Level Five</a:t>
            </a:r>
          </a:p>
        </p:txBody>
      </p:sp>
      <p:sp>
        <p:nvSpPr>
          <p:cNvPr id="54"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61" name="Title Text"/>
          <p:cNvSpPr txBox="1"/>
          <p:nvPr>
            <p:ph type="title"/>
          </p:nvPr>
        </p:nvSpPr>
        <p:spPr>
          <a:xfrm>
            <a:off x="685798" y="380999"/>
            <a:ext cx="7772402" cy="1600201"/>
          </a:xfrm>
          <a:prstGeom prst="rect">
            <a:avLst/>
          </a:prstGeom>
        </p:spPr>
        <p:txBody>
          <a:bodyPr lIns="45718" tIns="45718" rIns="45718" bIns="45718"/>
          <a:lstStyle>
            <a:lvl1pPr defTabSz="914400">
              <a:defRPr b="0" sz="4200">
                <a:solidFill>
                  <a:srgbClr val="000000"/>
                </a:solidFill>
                <a:uFillTx/>
                <a:latin typeface="Times Roman"/>
                <a:ea typeface="Times Roman"/>
                <a:cs typeface="Times Roman"/>
                <a:sym typeface="Times Roman"/>
              </a:defRPr>
            </a:lvl1pPr>
          </a:lstStyle>
          <a:p>
            <a:pPr/>
            <a:r>
              <a:t>Title Text</a:t>
            </a:r>
          </a:p>
        </p:txBody>
      </p:sp>
      <p:sp>
        <p:nvSpPr>
          <p:cNvPr id="62" name="Body Level One…"/>
          <p:cNvSpPr txBox="1"/>
          <p:nvPr>
            <p:ph type="body" idx="1"/>
          </p:nvPr>
        </p:nvSpPr>
        <p:spPr>
          <a:xfrm>
            <a:off x="685798" y="1981200"/>
            <a:ext cx="7772402" cy="4876802"/>
          </a:xfrm>
          <a:prstGeom prst="rect">
            <a:avLst/>
          </a:prstGeom>
        </p:spPr>
        <p:txBody>
          <a:bodyPr lIns="45718" tIns="45718" rIns="45718" bIns="45718" anchor="t"/>
          <a:lstStyle>
            <a:lvl1pPr marL="321467" indent="-321467" defTabSz="914400">
              <a:spcBef>
                <a:spcPts val="700"/>
              </a:spcBef>
              <a:buSzPct val="100000"/>
              <a:buChar char="»"/>
              <a:defRPr sz="3000">
                <a:latin typeface="Times Roman"/>
                <a:ea typeface="Times Roman"/>
                <a:cs typeface="Times Roman"/>
                <a:sym typeface="Times Roman"/>
              </a:defRPr>
            </a:lvl1pPr>
            <a:lvl2pPr marL="763359" indent="-306159" defTabSz="914400">
              <a:spcBef>
                <a:spcPts val="700"/>
              </a:spcBef>
              <a:buSzPct val="100000"/>
              <a:buChar char="–"/>
              <a:defRPr sz="3000">
                <a:latin typeface="Times Roman"/>
                <a:ea typeface="Times Roman"/>
                <a:cs typeface="Times Roman"/>
                <a:sym typeface="Times Roman"/>
              </a:defRPr>
            </a:lvl2pPr>
            <a:lvl3pPr marL="1200150" indent="-285750" defTabSz="914400">
              <a:spcBef>
                <a:spcPts val="700"/>
              </a:spcBef>
              <a:buSzPct val="100000"/>
              <a:defRPr sz="3000">
                <a:latin typeface="Times Roman"/>
                <a:ea typeface="Times Roman"/>
                <a:cs typeface="Times Roman"/>
                <a:sym typeface="Times Roman"/>
              </a:defRPr>
            </a:lvl3pPr>
            <a:lvl4pPr marL="1714500" indent="-342900" defTabSz="914400">
              <a:spcBef>
                <a:spcPts val="700"/>
              </a:spcBef>
              <a:buSzPct val="100000"/>
              <a:buChar char="–"/>
              <a:defRPr sz="3000">
                <a:latin typeface="Times Roman"/>
                <a:ea typeface="Times Roman"/>
                <a:cs typeface="Times Roman"/>
                <a:sym typeface="Times Roman"/>
              </a:defRPr>
            </a:lvl4pPr>
            <a:lvl5pPr marL="2209800" indent="-381000" defTabSz="914400">
              <a:spcBef>
                <a:spcPts val="700"/>
              </a:spcBef>
              <a:buSzPct val="100000"/>
              <a:buChar char="»"/>
              <a:defRPr sz="3000">
                <a:latin typeface="Times Roman"/>
                <a:ea typeface="Times Roman"/>
                <a:cs typeface="Times Roman"/>
                <a:sym typeface="Times Roman"/>
              </a:defRPr>
            </a:lvl5pPr>
          </a:lstStyle>
          <a:p>
            <a:pPr/>
            <a:r>
              <a:t>Body Level One</a:t>
            </a:r>
          </a:p>
          <a:p>
            <a:pPr lvl="1"/>
            <a:r>
              <a:t>Body Level Two</a:t>
            </a:r>
          </a:p>
          <a:p>
            <a:pPr lvl="2"/>
            <a:r>
              <a:t>Body Level Three</a:t>
            </a:r>
          </a:p>
          <a:p>
            <a:pPr lvl="3"/>
            <a:r>
              <a:t>Body Level Four</a:t>
            </a:r>
          </a:p>
          <a:p>
            <a:pPr lvl="4"/>
            <a:r>
              <a:t>Body Level Five</a:t>
            </a:r>
          </a:p>
        </p:txBody>
      </p:sp>
      <p:sp>
        <p:nvSpPr>
          <p:cNvPr id="63" name="Slide Number"/>
          <p:cNvSpPr txBox="1"/>
          <p:nvPr>
            <p:ph type="sldNum" sz="quarter" idx="2"/>
          </p:nvPr>
        </p:nvSpPr>
        <p:spPr>
          <a:xfrm>
            <a:off x="8201661" y="6248400"/>
            <a:ext cx="256539" cy="269238"/>
          </a:xfrm>
          <a:prstGeom prst="rect">
            <a:avLst/>
          </a:prstGeom>
        </p:spPr>
        <p:txBody>
          <a:bodyPr lIns="45718" tIns="45718" rIns="45718" bIns="45718"/>
          <a:lstStyle>
            <a:lvl1pPr algn="r" defTabSz="914400">
              <a:defRPr>
                <a:latin typeface="Times Roman"/>
                <a:ea typeface="Times Roman"/>
                <a:cs typeface="Times Roman"/>
                <a:sym typeface="Times Roma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70" name="Title Text"/>
          <p:cNvSpPr txBox="1"/>
          <p:nvPr>
            <p:ph type="title"/>
          </p:nvPr>
        </p:nvSpPr>
        <p:spPr>
          <a:xfrm>
            <a:off x="669725" y="312537"/>
            <a:ext cx="7804549" cy="1518050"/>
          </a:xfrm>
          <a:prstGeom prst="rect">
            <a:avLst/>
          </a:prstGeom>
        </p:spPr>
        <p:txBody>
          <a:bodyPr lIns="35717" tIns="35717" rIns="35717" bIns="35717"/>
          <a:lstStyle>
            <a:lvl1pPr defTabSz="410764">
              <a:defRPr b="0" sz="5400">
                <a:solidFill>
                  <a:srgbClr val="000000"/>
                </a:solidFill>
                <a:uFillTx/>
                <a:latin typeface="Helvetica Light"/>
                <a:ea typeface="Helvetica Light"/>
                <a:cs typeface="Helvetica Light"/>
                <a:sym typeface="Helvetica Light"/>
              </a:defRPr>
            </a:lvl1pPr>
          </a:lstStyle>
          <a:p>
            <a:pPr/>
            <a:r>
              <a:t>Title Text</a:t>
            </a:r>
          </a:p>
        </p:txBody>
      </p:sp>
      <p:sp>
        <p:nvSpPr>
          <p:cNvPr id="71" name="Body Level One…"/>
          <p:cNvSpPr txBox="1"/>
          <p:nvPr>
            <p:ph type="body" idx="1"/>
          </p:nvPr>
        </p:nvSpPr>
        <p:spPr>
          <a:xfrm>
            <a:off x="669725" y="1830584"/>
            <a:ext cx="7804549" cy="4420198"/>
          </a:xfrm>
          <a:prstGeom prst="rect">
            <a:avLst/>
          </a:prstGeom>
        </p:spPr>
        <p:txBody>
          <a:bodyPr lIns="35717" tIns="35717" rIns="35717" bIns="35717"/>
          <a:lstStyle>
            <a:lvl1pPr marL="271637" indent="-271637" defTabSz="410764">
              <a:defRPr sz="2200"/>
            </a:lvl1pPr>
            <a:lvl2pPr marL="716138" indent="-271638" defTabSz="410764">
              <a:defRPr sz="2200"/>
            </a:lvl2pPr>
            <a:lvl3pPr marL="1160637" indent="-271637" defTabSz="410764">
              <a:defRPr sz="2200"/>
            </a:lvl3pPr>
            <a:lvl4pPr marL="1605137" indent="-271637" defTabSz="410764">
              <a:defRPr sz="2200"/>
            </a:lvl4pPr>
            <a:lvl5pPr marL="2049638" indent="-271638" defTabSz="410764">
              <a:defRPr sz="2200"/>
            </a:lvl5pPr>
          </a:lstStyle>
          <a:p>
            <a:pPr/>
            <a:r>
              <a:t>Body Level One</a:t>
            </a:r>
          </a:p>
          <a:p>
            <a:pPr lvl="1"/>
            <a:r>
              <a:t>Body Level Two</a:t>
            </a:r>
          </a:p>
          <a:p>
            <a:pPr lvl="2"/>
            <a:r>
              <a:t>Body Level Three</a:t>
            </a:r>
          </a:p>
          <a:p>
            <a:pPr lvl="3"/>
            <a:r>
              <a:t>Body Level Four</a:t>
            </a:r>
          </a:p>
          <a:p>
            <a:pPr lvl="4"/>
            <a:r>
              <a:t>Body Level Five</a:t>
            </a:r>
          </a:p>
        </p:txBody>
      </p:sp>
      <p:sp>
        <p:nvSpPr>
          <p:cNvPr id="72" name="Slide Number"/>
          <p:cNvSpPr txBox="1"/>
          <p:nvPr>
            <p:ph type="sldNum" sz="quarter" idx="2"/>
          </p:nvPr>
        </p:nvSpPr>
        <p:spPr>
          <a:xfrm>
            <a:off x="4447793" y="6505277"/>
            <a:ext cx="239484" cy="236537"/>
          </a:xfrm>
          <a:prstGeom prst="rect">
            <a:avLst/>
          </a:prstGeom>
        </p:spPr>
        <p:txBody>
          <a:bodyPr lIns="35717" tIns="35717" rIns="35717" bIns="35717"/>
          <a:lstStyle>
            <a:lvl1pPr defTabSz="410764">
              <a:defRPr sz="11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79" name="Title Text"/>
          <p:cNvSpPr txBox="1"/>
          <p:nvPr>
            <p:ph type="title"/>
          </p:nvPr>
        </p:nvSpPr>
        <p:spPr>
          <a:xfrm>
            <a:off x="669725" y="312538"/>
            <a:ext cx="7804549" cy="1518048"/>
          </a:xfrm>
          <a:prstGeom prst="rect">
            <a:avLst/>
          </a:prstGeom>
        </p:spPr>
        <p:txBody>
          <a:bodyPr lIns="35717" tIns="35717" rIns="35717" bIns="35717"/>
          <a:lstStyle>
            <a:lvl1pPr defTabSz="410764">
              <a:defRPr>
                <a:solidFill>
                  <a:srgbClr val="000080"/>
                </a:solidFill>
                <a:uFillTx/>
              </a:defRPr>
            </a:lvl1pPr>
          </a:lstStyle>
          <a:p>
            <a:pPr/>
            <a:r>
              <a:t>Title Text</a:t>
            </a:r>
          </a:p>
        </p:txBody>
      </p:sp>
      <p:sp>
        <p:nvSpPr>
          <p:cNvPr id="80" name="Body Level One…"/>
          <p:cNvSpPr txBox="1"/>
          <p:nvPr>
            <p:ph type="body" idx="1"/>
          </p:nvPr>
        </p:nvSpPr>
        <p:spPr>
          <a:xfrm>
            <a:off x="669725" y="1830584"/>
            <a:ext cx="7804549" cy="4420198"/>
          </a:xfrm>
          <a:prstGeom prst="rect">
            <a:avLst/>
          </a:prstGeom>
        </p:spPr>
        <p:txBody>
          <a:bodyPr lIns="35717" tIns="35717" rIns="35717" bIns="35717"/>
          <a:lstStyle>
            <a:lvl1pPr defTabSz="410764"/>
            <a:lvl2pPr marL="740832" indent="-296332" defTabSz="410764"/>
            <a:lvl3pPr marL="1185332" indent="-296332" defTabSz="410764"/>
            <a:lvl4pPr indent="-296332" defTabSz="410764"/>
            <a:lvl5pPr defTabSz="410764"/>
          </a:lstStyle>
          <a:p>
            <a:pPr/>
            <a:r>
              <a:t>Body Level One</a:t>
            </a:r>
          </a:p>
          <a:p>
            <a:pPr lvl="1"/>
            <a:r>
              <a:t>Body Level Two</a:t>
            </a:r>
          </a:p>
          <a:p>
            <a:pPr lvl="2"/>
            <a:r>
              <a:t>Body Level Three</a:t>
            </a:r>
          </a:p>
          <a:p>
            <a:pPr lvl="3"/>
            <a:r>
              <a:t>Body Level Four</a:t>
            </a:r>
          </a:p>
          <a:p>
            <a:pPr lvl="4"/>
            <a:r>
              <a:t>Body Level Five</a:t>
            </a:r>
          </a:p>
        </p:txBody>
      </p:sp>
      <p:sp>
        <p:nvSpPr>
          <p:cNvPr id="81" name="Slide Number"/>
          <p:cNvSpPr txBox="1"/>
          <p:nvPr>
            <p:ph type="sldNum" sz="quarter" idx="2"/>
          </p:nvPr>
        </p:nvSpPr>
        <p:spPr>
          <a:xfrm>
            <a:off x="4440733" y="6505277"/>
            <a:ext cx="253605" cy="249237"/>
          </a:xfrm>
          <a:prstGeom prst="rect">
            <a:avLst/>
          </a:prstGeom>
        </p:spPr>
        <p:txBody>
          <a:bodyPr lIns="35717" tIns="35717" rIns="35717" bIns="35717"/>
          <a:lstStyle>
            <a:lvl1pPr defTabSz="410764"/>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88" name="Title Text"/>
          <p:cNvSpPr txBox="1"/>
          <p:nvPr>
            <p:ph type="title"/>
          </p:nvPr>
        </p:nvSpPr>
        <p:spPr>
          <a:xfrm>
            <a:off x="669726" y="312539"/>
            <a:ext cx="7804548" cy="1518047"/>
          </a:xfrm>
          <a:prstGeom prst="rect">
            <a:avLst/>
          </a:prstGeom>
        </p:spPr>
        <p:txBody>
          <a:bodyPr lIns="35718" tIns="35718" rIns="35718" bIns="35718"/>
          <a:lstStyle>
            <a:lvl1pPr defTabSz="410765">
              <a:defRPr sz="5600">
                <a:solidFill>
                  <a:srgbClr val="000080"/>
                </a:solidFill>
                <a:uFillTx/>
              </a:defRPr>
            </a:lvl1pPr>
          </a:lstStyle>
          <a:p>
            <a:pPr/>
            <a:r>
              <a:t>Title Text</a:t>
            </a:r>
          </a:p>
        </p:txBody>
      </p:sp>
      <p:sp>
        <p:nvSpPr>
          <p:cNvPr id="89" name="Body Level One…"/>
          <p:cNvSpPr txBox="1"/>
          <p:nvPr>
            <p:ph type="body" idx="1"/>
          </p:nvPr>
        </p:nvSpPr>
        <p:spPr>
          <a:xfrm>
            <a:off x="669726" y="1830585"/>
            <a:ext cx="7804548" cy="4420197"/>
          </a:xfrm>
          <a:prstGeom prst="rect">
            <a:avLst/>
          </a:prstGeom>
        </p:spPr>
        <p:txBody>
          <a:bodyPr lIns="35718" tIns="35718" rIns="35718" bIns="35718"/>
          <a:lstStyle>
            <a:lvl1pPr marL="296333" indent="-296333" defTabSz="410765">
              <a:defRPr>
                <a:latin typeface="Times New Roman"/>
                <a:ea typeface="Times New Roman"/>
                <a:cs typeface="Times New Roman"/>
                <a:sym typeface="Times New Roman"/>
              </a:defRPr>
            </a:lvl1pPr>
            <a:lvl2pPr marL="740833" indent="-296333" defTabSz="410765">
              <a:defRPr>
                <a:latin typeface="Times New Roman"/>
                <a:ea typeface="Times New Roman"/>
                <a:cs typeface="Times New Roman"/>
                <a:sym typeface="Times New Roman"/>
              </a:defRPr>
            </a:lvl2pPr>
            <a:lvl3pPr marL="1185333" indent="-296333" defTabSz="410765">
              <a:defRPr>
                <a:latin typeface="Times New Roman"/>
                <a:ea typeface="Times New Roman"/>
                <a:cs typeface="Times New Roman"/>
                <a:sym typeface="Times New Roman"/>
              </a:defRPr>
            </a:lvl3pPr>
            <a:lvl4pPr marL="1629833" indent="-296333" defTabSz="410765">
              <a:defRPr>
                <a:latin typeface="Times New Roman"/>
                <a:ea typeface="Times New Roman"/>
                <a:cs typeface="Times New Roman"/>
                <a:sym typeface="Times New Roman"/>
              </a:defRPr>
            </a:lvl4pPr>
            <a:lvl5pPr marL="2074333" indent="-296333" defTabSz="410765">
              <a:defRPr>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90" name="Slide Number"/>
          <p:cNvSpPr txBox="1"/>
          <p:nvPr>
            <p:ph type="sldNum" sz="quarter" idx="2"/>
          </p:nvPr>
        </p:nvSpPr>
        <p:spPr>
          <a:xfrm>
            <a:off x="4440732" y="6505277"/>
            <a:ext cx="253607" cy="249238"/>
          </a:xfrm>
          <a:prstGeom prst="rect">
            <a:avLst/>
          </a:prstGeom>
        </p:spPr>
        <p:txBody>
          <a:bodyPr lIns="35718" tIns="35718" rIns="35718" bIns="35718"/>
          <a:lstStyle>
            <a:lvl1pPr defTabSz="410765"/>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97" name="Title Text"/>
          <p:cNvSpPr txBox="1"/>
          <p:nvPr>
            <p:ph type="title"/>
          </p:nvPr>
        </p:nvSpPr>
        <p:spPr>
          <a:xfrm>
            <a:off x="892968" y="1151929"/>
            <a:ext cx="7358064" cy="2321720"/>
          </a:xfrm>
          <a:prstGeom prst="rect">
            <a:avLst/>
          </a:prstGeom>
        </p:spPr>
        <p:txBody>
          <a:bodyPr lIns="35718" tIns="35718" rIns="35718" bIns="35718" anchor="b"/>
          <a:lstStyle>
            <a:lvl1pPr defTabSz="410765">
              <a:defRPr sz="5600">
                <a:solidFill>
                  <a:srgbClr val="000080"/>
                </a:solidFill>
                <a:uFillTx/>
              </a:defRPr>
            </a:lvl1pPr>
          </a:lstStyle>
          <a:p>
            <a:pPr/>
            <a:r>
              <a:t>Title Text</a:t>
            </a:r>
          </a:p>
        </p:txBody>
      </p:sp>
      <p:sp>
        <p:nvSpPr>
          <p:cNvPr id="98" name="Body Level One…"/>
          <p:cNvSpPr txBox="1"/>
          <p:nvPr>
            <p:ph type="body" sz="quarter" idx="1"/>
          </p:nvPr>
        </p:nvSpPr>
        <p:spPr>
          <a:xfrm>
            <a:off x="892968" y="3536156"/>
            <a:ext cx="7358064" cy="794743"/>
          </a:xfrm>
          <a:prstGeom prst="rect">
            <a:avLst/>
          </a:prstGeom>
        </p:spPr>
        <p:txBody>
          <a:bodyPr lIns="35718" tIns="35718" rIns="35718" bIns="35718" anchor="t"/>
          <a:lstStyle>
            <a:lvl1pPr marL="0" indent="0" algn="ctr" defTabSz="410765">
              <a:spcBef>
                <a:spcPts val="0"/>
              </a:spcBef>
              <a:buSzTx/>
              <a:buNone/>
              <a:defRPr sz="2200"/>
            </a:lvl1pPr>
            <a:lvl2pPr marL="0" indent="228600" algn="ctr" defTabSz="410765">
              <a:spcBef>
                <a:spcPts val="0"/>
              </a:spcBef>
              <a:buSzTx/>
              <a:buNone/>
              <a:defRPr sz="2200"/>
            </a:lvl2pPr>
            <a:lvl3pPr marL="0" indent="457200" algn="ctr" defTabSz="410765">
              <a:spcBef>
                <a:spcPts val="0"/>
              </a:spcBef>
              <a:buSzTx/>
              <a:buNone/>
              <a:defRPr sz="2200"/>
            </a:lvl3pPr>
            <a:lvl4pPr marL="0" indent="685800" algn="ctr" defTabSz="410765">
              <a:spcBef>
                <a:spcPts val="0"/>
              </a:spcBef>
              <a:buSzTx/>
              <a:buNone/>
              <a:defRPr sz="2200"/>
            </a:lvl4pPr>
            <a:lvl5pPr marL="0" indent="914400" algn="ctr" defTabSz="410765">
              <a:spcBef>
                <a:spcPts val="0"/>
              </a:spcBef>
              <a:buSzTx/>
              <a:buNone/>
              <a:defRPr sz="2200"/>
            </a:lvl5pPr>
          </a:lstStyle>
          <a:p>
            <a:pPr/>
            <a:r>
              <a:t>Body Level One</a:t>
            </a:r>
          </a:p>
          <a:p>
            <a:pPr lvl="1"/>
            <a:r>
              <a:t>Body Level Two</a:t>
            </a:r>
          </a:p>
          <a:p>
            <a:pPr lvl="2"/>
            <a:r>
              <a:t>Body Level Three</a:t>
            </a:r>
          </a:p>
          <a:p>
            <a:pPr lvl="3"/>
            <a:r>
              <a:t>Body Level Four</a:t>
            </a:r>
          </a:p>
          <a:p>
            <a:pPr lvl="4"/>
            <a:r>
              <a:t>Body Level Five</a:t>
            </a:r>
          </a:p>
        </p:txBody>
      </p:sp>
      <p:sp>
        <p:nvSpPr>
          <p:cNvPr id="99" name="Slide Number"/>
          <p:cNvSpPr txBox="1"/>
          <p:nvPr>
            <p:ph type="sldNum" sz="quarter" idx="2"/>
          </p:nvPr>
        </p:nvSpPr>
        <p:spPr>
          <a:xfrm>
            <a:off x="4440732" y="6505277"/>
            <a:ext cx="253607" cy="249238"/>
          </a:xfrm>
          <a:prstGeom prst="rect">
            <a:avLst/>
          </a:prstGeom>
        </p:spPr>
        <p:txBody>
          <a:bodyPr lIns="35718" tIns="35718" rIns="35718" bIns="35718"/>
          <a:lstStyle>
            <a:lvl1pPr defTabSz="410765"/>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Subtitle">
    <p:spTree>
      <p:nvGrpSpPr>
        <p:cNvPr id="1" name=""/>
        <p:cNvGrpSpPr/>
        <p:nvPr/>
      </p:nvGrpSpPr>
      <p:grpSpPr>
        <a:xfrm>
          <a:off x="0" y="0"/>
          <a:ext cx="0" cy="0"/>
          <a:chOff x="0" y="0"/>
          <a:chExt cx="0" cy="0"/>
        </a:xfrm>
      </p:grpSpPr>
      <p:sp>
        <p:nvSpPr>
          <p:cNvPr id="106" name="Title Text"/>
          <p:cNvSpPr txBox="1"/>
          <p:nvPr>
            <p:ph type="title"/>
          </p:nvPr>
        </p:nvSpPr>
        <p:spPr>
          <a:xfrm>
            <a:off x="892968" y="1151929"/>
            <a:ext cx="7358064" cy="2321720"/>
          </a:xfrm>
          <a:prstGeom prst="rect">
            <a:avLst/>
          </a:prstGeom>
        </p:spPr>
        <p:txBody>
          <a:bodyPr lIns="35718" tIns="35718" rIns="35718" bIns="35718" anchor="b"/>
          <a:lstStyle>
            <a:lvl1pPr defTabSz="410765">
              <a:defRPr b="0" sz="5600">
                <a:solidFill>
                  <a:srgbClr val="000000"/>
                </a:solidFill>
                <a:uFillTx/>
                <a:latin typeface="Helvetica Neue Medium"/>
                <a:ea typeface="Helvetica Neue Medium"/>
                <a:cs typeface="Helvetica Neue Medium"/>
                <a:sym typeface="Helvetica Neue Medium"/>
              </a:defRPr>
            </a:lvl1pPr>
          </a:lstStyle>
          <a:p>
            <a:pPr/>
            <a:r>
              <a:t>Title Text</a:t>
            </a:r>
          </a:p>
        </p:txBody>
      </p:sp>
      <p:sp>
        <p:nvSpPr>
          <p:cNvPr id="107" name="Body Level One…"/>
          <p:cNvSpPr txBox="1"/>
          <p:nvPr>
            <p:ph type="body" sz="quarter" idx="1"/>
          </p:nvPr>
        </p:nvSpPr>
        <p:spPr>
          <a:xfrm>
            <a:off x="892968" y="3545085"/>
            <a:ext cx="7358064" cy="794744"/>
          </a:xfrm>
          <a:prstGeom prst="rect">
            <a:avLst/>
          </a:prstGeom>
        </p:spPr>
        <p:txBody>
          <a:bodyPr lIns="35718" tIns="35718" rIns="35718" bIns="35718" anchor="t"/>
          <a:lstStyle>
            <a:lvl1pPr marL="0" indent="0" algn="ctr" defTabSz="410765">
              <a:spcBef>
                <a:spcPts val="0"/>
              </a:spcBef>
              <a:buSzTx/>
              <a:buNone/>
              <a:defRPr sz="2600">
                <a:latin typeface="Helvetica Neue"/>
                <a:ea typeface="Helvetica Neue"/>
                <a:cs typeface="Helvetica Neue"/>
                <a:sym typeface="Helvetica Neue"/>
              </a:defRPr>
            </a:lvl1pPr>
            <a:lvl2pPr marL="0" indent="0" algn="ctr" defTabSz="410765">
              <a:spcBef>
                <a:spcPts val="0"/>
              </a:spcBef>
              <a:buSzTx/>
              <a:buNone/>
              <a:defRPr sz="2600">
                <a:latin typeface="Helvetica Neue"/>
                <a:ea typeface="Helvetica Neue"/>
                <a:cs typeface="Helvetica Neue"/>
                <a:sym typeface="Helvetica Neue"/>
              </a:defRPr>
            </a:lvl2pPr>
            <a:lvl3pPr marL="0" indent="0" algn="ctr" defTabSz="410765">
              <a:spcBef>
                <a:spcPts val="0"/>
              </a:spcBef>
              <a:buSzTx/>
              <a:buNone/>
              <a:defRPr sz="2600">
                <a:latin typeface="Helvetica Neue"/>
                <a:ea typeface="Helvetica Neue"/>
                <a:cs typeface="Helvetica Neue"/>
                <a:sym typeface="Helvetica Neue"/>
              </a:defRPr>
            </a:lvl3pPr>
            <a:lvl4pPr marL="0" indent="0" algn="ctr" defTabSz="410765">
              <a:spcBef>
                <a:spcPts val="0"/>
              </a:spcBef>
              <a:buSzTx/>
              <a:buNone/>
              <a:defRPr sz="2600">
                <a:latin typeface="Helvetica Neue"/>
                <a:ea typeface="Helvetica Neue"/>
                <a:cs typeface="Helvetica Neue"/>
                <a:sym typeface="Helvetica Neue"/>
              </a:defRPr>
            </a:lvl4pPr>
            <a:lvl5pPr marL="0" indent="0" algn="ctr" defTabSz="410765">
              <a:spcBef>
                <a:spcPts val="0"/>
              </a:spcBef>
              <a:buSzTx/>
              <a:buNone/>
              <a:defRPr sz="26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08" name="Slide Number"/>
          <p:cNvSpPr txBox="1"/>
          <p:nvPr>
            <p:ph type="sldNum" sz="quarter" idx="2"/>
          </p:nvPr>
        </p:nvSpPr>
        <p:spPr>
          <a:xfrm>
            <a:off x="4449876" y="6536531"/>
            <a:ext cx="239485" cy="232486"/>
          </a:xfrm>
          <a:prstGeom prst="rect">
            <a:avLst/>
          </a:prstGeom>
        </p:spPr>
        <p:txBody>
          <a:bodyPr lIns="35718" tIns="35718" rIns="35718" bIns="35718"/>
          <a:lstStyle>
            <a:lvl1pPr defTabSz="410765">
              <a:defRPr sz="1100">
                <a:latin typeface="Helvetica Neue Thin"/>
                <a:ea typeface="Helvetica Neue Thin"/>
                <a:cs typeface="Helvetica Neue Thin"/>
                <a:sym typeface="Helvetica Neue Thin"/>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15" name="Title Text"/>
          <p:cNvSpPr txBox="1"/>
          <p:nvPr>
            <p:ph type="title"/>
          </p:nvPr>
        </p:nvSpPr>
        <p:spPr>
          <a:xfrm>
            <a:off x="669726" y="312539"/>
            <a:ext cx="7804548" cy="1518047"/>
          </a:xfrm>
          <a:prstGeom prst="rect">
            <a:avLst/>
          </a:prstGeom>
        </p:spPr>
        <p:txBody>
          <a:bodyPr lIns="35718" tIns="35718" rIns="35718" bIns="35718"/>
          <a:lstStyle>
            <a:lvl1pPr defTabSz="410765">
              <a:lnSpc>
                <a:spcPts val="11600"/>
              </a:lnSpc>
              <a:defRPr>
                <a:uFillTx/>
              </a:defRPr>
            </a:lvl1pPr>
          </a:lstStyle>
          <a:p>
            <a:pPr/>
            <a:r>
              <a:t>Title Text</a:t>
            </a:r>
          </a:p>
        </p:txBody>
      </p:sp>
      <p:sp>
        <p:nvSpPr>
          <p:cNvPr id="116" name="Body Level One…"/>
          <p:cNvSpPr txBox="1"/>
          <p:nvPr>
            <p:ph type="body" idx="1"/>
          </p:nvPr>
        </p:nvSpPr>
        <p:spPr>
          <a:xfrm>
            <a:off x="669726" y="1830585"/>
            <a:ext cx="7804548" cy="4420197"/>
          </a:xfrm>
          <a:prstGeom prst="rect">
            <a:avLst/>
          </a:prstGeom>
        </p:spPr>
        <p:txBody>
          <a:bodyPr lIns="35718" tIns="35718" rIns="35718" bIns="35718"/>
          <a:lstStyle>
            <a:lvl1pPr marL="296333" indent="-296333" defTabSz="410765"/>
            <a:lvl2pPr marL="740833" indent="-296333" defTabSz="410765"/>
            <a:lvl3pPr marL="1185333" indent="-296333" defTabSz="410765"/>
            <a:lvl4pPr marL="1629833" indent="-296333" defTabSz="410765"/>
            <a:lvl5pPr marL="2074333" indent="-296333" defTabSz="410765"/>
          </a:lstStyle>
          <a:p>
            <a:pPr/>
            <a:r>
              <a:t>Body Level One</a:t>
            </a:r>
          </a:p>
          <a:p>
            <a:pPr lvl="1"/>
            <a:r>
              <a:t>Body Level Two</a:t>
            </a:r>
          </a:p>
          <a:p>
            <a:pPr lvl="2"/>
            <a:r>
              <a:t>Body Level Three</a:t>
            </a:r>
          </a:p>
          <a:p>
            <a:pPr lvl="3"/>
            <a:r>
              <a:t>Body Level Four</a:t>
            </a:r>
          </a:p>
          <a:p>
            <a:pPr lvl="4"/>
            <a:r>
              <a:t>Body Level Five</a:t>
            </a:r>
          </a:p>
        </p:txBody>
      </p:sp>
      <p:sp>
        <p:nvSpPr>
          <p:cNvPr id="117" name="Slide Number"/>
          <p:cNvSpPr txBox="1"/>
          <p:nvPr>
            <p:ph type="sldNum" sz="quarter" idx="2"/>
          </p:nvPr>
        </p:nvSpPr>
        <p:spPr>
          <a:xfrm>
            <a:off x="4440732" y="6505277"/>
            <a:ext cx="253607" cy="249238"/>
          </a:xfrm>
          <a:prstGeom prst="rect">
            <a:avLst/>
          </a:prstGeom>
        </p:spPr>
        <p:txBody>
          <a:bodyPr lIns="35718" tIns="35718" rIns="35718" bIns="35718"/>
          <a:lstStyle>
            <a:lvl1pPr defTabSz="410765"/>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24" name="Title Text"/>
          <p:cNvSpPr txBox="1"/>
          <p:nvPr>
            <p:ph type="title"/>
          </p:nvPr>
        </p:nvSpPr>
        <p:spPr>
          <a:prstGeom prst="rect">
            <a:avLst/>
          </a:prstGeom>
        </p:spPr>
        <p:txBody>
          <a:bodyPr/>
          <a:lstStyle/>
          <a:p>
            <a:pPr/>
            <a:r>
              <a:t>Title Text</a:t>
            </a:r>
          </a:p>
        </p:txBody>
      </p:sp>
      <p:sp>
        <p:nvSpPr>
          <p:cNvPr id="125" name="Body Level One…"/>
          <p:cNvSpPr txBox="1"/>
          <p:nvPr>
            <p:ph type="body" idx="1"/>
          </p:nvPr>
        </p:nvSpPr>
        <p:spPr>
          <a:prstGeom prst="rect">
            <a:avLst/>
          </a:prstGeom>
        </p:spPr>
        <p:txBody>
          <a:bodyPr/>
          <a:lstStyle>
            <a:lvl1pPr defTabSz="370331">
              <a:spcBef>
                <a:spcPts val="800"/>
              </a:spcBef>
              <a:tabLst>
                <a:tab pos="215900" algn="l"/>
              </a:tabLst>
              <a:defRPr>
                <a:uFill>
                  <a:solidFill>
                    <a:srgbClr val="000000"/>
                  </a:solidFill>
                </a:uFill>
                <a:latin typeface="Times New Roman"/>
                <a:ea typeface="Times New Roman"/>
                <a:cs typeface="Times New Roman"/>
                <a:sym typeface="Times New Roman"/>
              </a:defRPr>
            </a:lvl1pPr>
            <a:lvl2pPr defTabSz="370331">
              <a:spcBef>
                <a:spcPts val="800"/>
              </a:spcBef>
              <a:tabLst>
                <a:tab pos="215900" algn="l"/>
              </a:tabLst>
              <a:defRPr>
                <a:uFill>
                  <a:solidFill>
                    <a:srgbClr val="000000"/>
                  </a:solidFill>
                </a:uFill>
                <a:latin typeface="Times New Roman"/>
                <a:ea typeface="Times New Roman"/>
                <a:cs typeface="Times New Roman"/>
                <a:sym typeface="Times New Roman"/>
              </a:defRPr>
            </a:lvl2pPr>
            <a:lvl3pPr defTabSz="370331">
              <a:spcBef>
                <a:spcPts val="800"/>
              </a:spcBef>
              <a:tabLst>
                <a:tab pos="215900" algn="l"/>
              </a:tabLst>
              <a:defRPr>
                <a:uFill>
                  <a:solidFill>
                    <a:srgbClr val="000000"/>
                  </a:solidFill>
                </a:uFill>
                <a:latin typeface="Times New Roman"/>
                <a:ea typeface="Times New Roman"/>
                <a:cs typeface="Times New Roman"/>
                <a:sym typeface="Times New Roman"/>
              </a:defRPr>
            </a:lvl3pPr>
            <a:lvl4pPr defTabSz="370331">
              <a:spcBef>
                <a:spcPts val="800"/>
              </a:spcBef>
              <a:tabLst>
                <a:tab pos="215900" algn="l"/>
              </a:tabLst>
              <a:defRPr>
                <a:uFill>
                  <a:solidFill>
                    <a:srgbClr val="000000"/>
                  </a:solidFill>
                </a:uFill>
                <a:latin typeface="Times New Roman"/>
                <a:ea typeface="Times New Roman"/>
                <a:cs typeface="Times New Roman"/>
                <a:sym typeface="Times New Roman"/>
              </a:defRPr>
            </a:lvl4pPr>
            <a:lvl5pPr defTabSz="370331">
              <a:spcBef>
                <a:spcPts val="800"/>
              </a:spcBef>
              <a:tabLst>
                <a:tab pos="215900" algn="l"/>
              </a:tabLst>
              <a:defRPr>
                <a:uFill>
                  <a:solidFill>
                    <a:srgbClr val="000000"/>
                  </a:solidFill>
                </a:uFill>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1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69725" y="312537"/>
            <a:ext cx="7804550" cy="1518050"/>
          </a:xfrm>
          <a:prstGeom prst="rect">
            <a:avLst/>
          </a:prstGeom>
          <a:ln w="12700">
            <a:miter lim="400000"/>
          </a:ln>
          <a:extLst>
            <a:ext uri="{C572A759-6A51-4108-AA02-DFA0A04FC94B}">
              <ma14:wrappingTextBoxFlag xmlns:ma14="http://schemas.microsoft.com/office/mac/drawingml/2011/main" val="1"/>
            </a:ext>
          </a:extLst>
        </p:spPr>
        <p:txBody>
          <a:bodyPr lIns="35716" tIns="35716" rIns="35716" bIns="35716" anchor="ctr">
            <a:normAutofit fontScale="100000" lnSpcReduction="0"/>
          </a:bodyPr>
          <a:lstStyle/>
          <a:p>
            <a:pPr/>
            <a:r>
              <a:t>Title Text</a:t>
            </a:r>
          </a:p>
        </p:txBody>
      </p:sp>
      <p:sp>
        <p:nvSpPr>
          <p:cNvPr id="3" name="Body Level One…"/>
          <p:cNvSpPr txBox="1"/>
          <p:nvPr>
            <p:ph type="body" idx="1"/>
          </p:nvPr>
        </p:nvSpPr>
        <p:spPr>
          <a:xfrm>
            <a:off x="669725" y="1830583"/>
            <a:ext cx="7804550" cy="4420200"/>
          </a:xfrm>
          <a:prstGeom prst="rect">
            <a:avLst/>
          </a:prstGeom>
          <a:ln w="12700">
            <a:miter lim="400000"/>
          </a:ln>
          <a:extLst>
            <a:ext uri="{C572A759-6A51-4108-AA02-DFA0A04FC94B}">
              <ma14:wrappingTextBoxFlag xmlns:ma14="http://schemas.microsoft.com/office/mac/drawingml/2011/main" val="1"/>
            </a:ext>
          </a:extLst>
        </p:spPr>
        <p:txBody>
          <a:bodyPr lIns="35716" tIns="35716" rIns="35716" bIns="35716"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40733" y="6505277"/>
            <a:ext cx="253604" cy="249235"/>
          </a:xfrm>
          <a:prstGeom prst="rect">
            <a:avLst/>
          </a:prstGeom>
          <a:ln w="12700">
            <a:miter lim="400000"/>
          </a:ln>
        </p:spPr>
        <p:txBody>
          <a:bodyPr wrap="none" lIns="35716" tIns="35716" rIns="35716" bIns="35716">
            <a:spAutoFit/>
          </a:bodyPr>
          <a:lstStyle>
            <a:lvl1pPr algn="ctr" defTabSz="410763">
              <a:spcBef>
                <a:spcPts val="0"/>
              </a:spcBef>
              <a:defRPr b="0" sz="1200">
                <a:uFillTx/>
                <a:latin typeface="Helvetica Light"/>
                <a:ea typeface="Helvetica Light"/>
                <a:cs typeface="Helvetica Light"/>
                <a:sym typeface="Helvetica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1pPr>
      <a:lvl2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2pPr>
      <a:lvl3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3pPr>
      <a:lvl4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4pPr>
      <a:lvl5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5pPr>
      <a:lvl6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6pPr>
      <a:lvl7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7pPr>
      <a:lvl8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8pPr>
      <a:lvl9pPr marL="0" marR="0" indent="0" algn="ctr" defTabSz="457200" rtl="0" latinLnBrk="0">
        <a:lnSpc>
          <a:spcPct val="100000"/>
        </a:lnSpc>
        <a:spcBef>
          <a:spcPts val="0"/>
        </a:spcBef>
        <a:spcAft>
          <a:spcPts val="0"/>
        </a:spcAft>
        <a:buClrTx/>
        <a:buSzTx/>
        <a:buFontTx/>
        <a:buNone/>
        <a:tabLst/>
        <a:defRPr b="1" baseline="0" cap="none" i="0" spc="0" strike="noStrike" sz="8000" u="none">
          <a:solidFill>
            <a:srgbClr val="800000"/>
          </a:solidFill>
          <a:uFill>
            <a:solidFill>
              <a:srgbClr val="000000"/>
            </a:solidFill>
          </a:uFill>
          <a:latin typeface="+mj-lt"/>
          <a:ea typeface="+mj-ea"/>
          <a:cs typeface="+mj-cs"/>
          <a:sym typeface="Helvetica"/>
        </a:defRPr>
      </a:lvl9pPr>
    </p:titleStyle>
    <p:bodyStyle>
      <a:lvl1pPr marL="296333" marR="0" indent="-296333"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1pPr>
      <a:lvl2pPr marL="740832" marR="0" indent="-296332"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2pPr>
      <a:lvl3pPr marL="1185332" marR="0" indent="-296332"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3pPr>
      <a:lvl4pPr marL="1629833" marR="0" indent="-296332"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4pPr>
      <a:lvl5pPr marL="2074333" marR="0" indent="-296333" algn="l" defTabSz="410763" rtl="0" latinLnBrk="0">
        <a:lnSpc>
          <a:spcPct val="100000"/>
        </a:lnSpc>
        <a:spcBef>
          <a:spcPts val="2900"/>
        </a:spcBef>
        <a:spcAft>
          <a:spcPts val="0"/>
        </a:spcAft>
        <a:buClrTx/>
        <a:buSzPct val="75000"/>
        <a:buFontTx/>
        <a:buChar char="•"/>
        <a:tabLst/>
        <a:defRPr b="0" baseline="0" cap="none" i="0" spc="0" strike="noStrike" sz="2400" u="none">
          <a:solidFill>
            <a:srgbClr val="000000"/>
          </a:solidFill>
          <a:uFillTx/>
          <a:latin typeface="Helvetica Light"/>
          <a:ea typeface="Helvetica Light"/>
          <a:cs typeface="Helvetica Light"/>
          <a:sym typeface="Helvetica Light"/>
        </a:defRPr>
      </a:lvl5pPr>
      <a:lvl6pPr marL="25908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6pPr>
      <a:lvl7pPr marL="30480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7pPr>
      <a:lvl8pPr marL="35052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8pPr>
      <a:lvl9pPr marL="3962400" marR="0" indent="-304800" algn="l" defTabSz="410763" rtl="0" latinLnBrk="0">
        <a:lnSpc>
          <a:spcPct val="100000"/>
        </a:lnSpc>
        <a:spcBef>
          <a:spcPts val="2900"/>
        </a:spcBef>
        <a:spcAft>
          <a:spcPts val="0"/>
        </a:spcAft>
        <a:buClrTx/>
        <a:buSzPct val="100000"/>
        <a:buFontTx/>
        <a:buChar char="•"/>
        <a:tabLst/>
        <a:defRPr b="0" baseline="0" cap="none" i="0" spc="0" strike="noStrike" sz="2400" u="none">
          <a:solidFill>
            <a:srgbClr val="000000"/>
          </a:solidFill>
          <a:uFillTx/>
          <a:latin typeface="Helvetica Light"/>
          <a:ea typeface="Helvetica Light"/>
          <a:cs typeface="Helvetica Light"/>
          <a:sym typeface="Helvetica Light"/>
        </a:defRPr>
      </a:lvl9pPr>
    </p:bodyStyle>
    <p:otherStyle>
      <a:lvl1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1pPr>
      <a:lvl2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2pPr>
      <a:lvl3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3pPr>
      <a:lvl4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4pPr>
      <a:lvl5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5pPr>
      <a:lvl6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6pPr>
      <a:lvl7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7pPr>
      <a:lvl8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8pPr>
      <a:lvl9pPr marL="0" marR="0" indent="0" algn="ctr" defTabSz="410763"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audio" Target="../media/media1.m4a"/><Relationship Id="rId3" Type="http://schemas.microsoft.com/office/2007/relationships/media" Target="../media/media1.m4a"/><Relationship Id="rId4"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Preview: Next Time"/>
          <p:cNvSpPr txBox="1"/>
          <p:nvPr>
            <p:ph type="title" idx="4294967295"/>
          </p:nvPr>
        </p:nvSpPr>
        <p:spPr>
          <a:xfrm>
            <a:off x="277663" y="-3"/>
            <a:ext cx="8572501" cy="1267128"/>
          </a:xfrm>
          <a:prstGeom prst="rect">
            <a:avLst/>
          </a:prstGeom>
        </p:spPr>
        <p:txBody>
          <a:bodyPr lIns="45718" tIns="45718" rIns="45718" bIns="45718"/>
          <a:lstStyle>
            <a:lvl1pPr defTabSz="411479">
              <a:defRPr sz="5400"/>
            </a:lvl1pPr>
          </a:lstStyle>
          <a:p>
            <a:pPr/>
            <a:r>
              <a:t>Takeaways: Empire &amp; War</a:t>
            </a:r>
          </a:p>
        </p:txBody>
      </p:sp>
      <p:sp>
        <p:nvSpPr>
          <p:cNvPr id="136" name="On to Chapter 3: Globalizing the World, 1870-1914 (&amp; Eichengreen, 1&amp;2):…"/>
          <p:cNvSpPr txBox="1"/>
          <p:nvPr>
            <p:ph type="body" idx="4294967295"/>
          </p:nvPr>
        </p:nvSpPr>
        <p:spPr>
          <a:xfrm>
            <a:off x="277663" y="1267120"/>
            <a:ext cx="8572501" cy="5397505"/>
          </a:xfrm>
          <a:prstGeom prst="rect">
            <a:avLst/>
          </a:prstGeom>
        </p:spPr>
        <p:txBody>
          <a:bodyPr lIns="45718" tIns="45718" rIns="45718" bIns="45718" anchor="t">
            <a:noAutofit/>
          </a:bodyPr>
          <a:lstStyle/>
          <a:p>
            <a:pPr marL="0" indent="0" defTabSz="386790">
              <a:spcBef>
                <a:spcPts val="1000"/>
              </a:spcBef>
              <a:buSzTx/>
              <a:buNone/>
              <a:defRPr b="1" sz="2000">
                <a:uFill>
                  <a:solidFill>
                    <a:srgbClr val="000000"/>
                  </a:solidFill>
                </a:uFill>
                <a:latin typeface="+mj-lt"/>
                <a:ea typeface="+mj-ea"/>
                <a:cs typeface="+mj-cs"/>
                <a:sym typeface="Helvetica"/>
              </a:defRPr>
            </a:pPr>
            <a:r>
              <a:t>DeLong, ch 7: The Knot of War, 1914-1920</a:t>
            </a:r>
            <a:endParaRPr sz="1600">
              <a:latin typeface="Times New Roman"/>
              <a:ea typeface="Times New Roman"/>
              <a:cs typeface="Times New Roman"/>
              <a:sym typeface="Times New Roman"/>
            </a:endParaRP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Not sure providing these is a good idea</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The work of creating your own “takeaways” is often the most valuable part</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But “what do the teachers think are the takeaways?” is a valuable door into their minds—if you then do the work of figuring out what is valuable to you</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Look back at chapter 6—how was it that in a civilization in which economic growth and industrialization and win-win exchange on such a large scale was what was truly new, so many people focused instead on: empire, domination, armaments, social darwinism</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The three levels of history: economic-social structures and their laws of motion; human self-organization into classes, interest groups, and political parties and their contestations; just one damned thing after another where “for want of a nail”</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Underscore the illogic of war—Norman Angell</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The Boer War of 1899-1902 as a rehearsal that should have warned them</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The strength of nationalism</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Cause: That DFT in the Balkans; Germany attacks Belgium</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Course: Why not a short war?; the Prussian way of war; German technology and industry; attrition and exhaustion</a:t>
            </a:r>
          </a:p>
          <a:p>
            <a:pPr marL="304800" indent="-304800" defTabSz="386790">
              <a:spcBef>
                <a:spcPts val="700"/>
              </a:spcBef>
              <a:buSzPct val="100000"/>
              <a:buAutoNum type="arabicPeriod" startAt="1"/>
              <a:defRPr sz="1500">
                <a:uFill>
                  <a:solidFill>
                    <a:srgbClr val="000000"/>
                  </a:solidFill>
                </a:uFill>
                <a:latin typeface="Times New Roman"/>
                <a:ea typeface="Times New Roman"/>
                <a:cs typeface="Times New Roman"/>
                <a:sym typeface="Times New Roman"/>
              </a:defRPr>
            </a:pPr>
            <a:r>
              <a:t>Costs: 10 million dead, 10 million maimed, 1.5 full years of world income thrown down the sewer…</a:t>
            </a:r>
          </a:p>
        </p:txBody>
      </p:sp>
      <p:pic>
        <p:nvPicPr>
          <p:cNvPr id="137" name="Audio Recording.m4a" descr="Audio Recording.m4a"/>
          <p:cNvPicPr>
            <a:picLocks noChangeAspect="0"/>
          </p:cNvPicPr>
          <p:nvPr>
            <a:audioFile r:link="rId2"/>
            <p:extLst>
              <p:ext uri="{DAA4B4D4-6D71-4841-9C94-3DE7FCFB9230}">
                <p14:media xmlns:p14="http://schemas.microsoft.com/office/powerpoint/2010/main" r:embed="rId3"/>
              </p:ext>
            </p:extLst>
          </p:nvPr>
        </p:nvPicPr>
        <p:blipFill>
          <a:blip r:embed="rId4">
            <a:extLst/>
          </a:blip>
          <a:stretch>
            <a:fillRect/>
          </a:stretch>
        </p:blipFill>
        <p:spPr>
          <a:xfrm>
            <a:off x="8238942" y="1198471"/>
            <a:ext cx="571501" cy="571501"/>
          </a:xfrm>
          <a:prstGeom prst="rect">
            <a:avLst/>
          </a:prstGeom>
          <a:ln w="12700">
            <a:miter lim="400000"/>
          </a:ln>
        </p:spPr>
      </p:pic>
      <p:sp>
        <p:nvSpPr>
          <p:cNvPr id="138" name="3:45 of audio in this slide; in this group"/>
          <p:cNvSpPr txBox="1"/>
          <p:nvPr/>
        </p:nvSpPr>
        <p:spPr>
          <a:xfrm>
            <a:off x="4381500" y="6540497"/>
            <a:ext cx="4762500" cy="332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600"/>
            </a:lvl1pPr>
          </a:lstStyle>
          <a:p>
            <a:pPr/>
            <a:r>
              <a:t>3:45 of audio in this slide; in this group</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224170" fill="hold"/>
                                        <p:tgtEl>
                                          <p:spTgt spid="137"/>
                                        </p:tgtEl>
                                      </p:cBhvr>
                                    </p:cmd>
                                  </p:childTnLst>
                                </p:cTn>
                              </p:par>
                            </p:childTnLst>
                          </p:cTn>
                        </p:par>
                      </p:childTnLst>
                    </p:cTn>
                  </p:par>
                </p:childTnLst>
              </p:cTn>
              <p:prevCondLst>
                <p:cond evt="onPrev">
                  <p:tgtEl>
                    <p:sldTgt/>
                  </p:tgtEl>
                </p:cond>
              </p:prevCondLst>
              <p:nextCondLst>
                <p:cond evt="onNext">
                  <p:tgtEl>
                    <p:sldTgt/>
                  </p:tgtEl>
                </p:cond>
              </p:nextCondLst>
            </p:seq>
            <p:audio isNarration="0">
              <p:cMediaNode mute="0" showWhenStopped="0" numSld="1" vol="100000">
                <p:cTn id="7" fill="hold" display="0">
                  <p:stCondLst>
                    <p:cond delay="indefinite"/>
                  </p:stCondLst>
                </p:cTn>
                <p:tgtEl>
                  <p:spTgt spid="13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Preview: Next Time"/>
          <p:cNvSpPr txBox="1"/>
          <p:nvPr>
            <p:ph type="title" idx="4294967295"/>
          </p:nvPr>
        </p:nvSpPr>
        <p:spPr>
          <a:xfrm>
            <a:off x="277663" y="-3"/>
            <a:ext cx="8572501" cy="1267128"/>
          </a:xfrm>
          <a:prstGeom prst="rect">
            <a:avLst/>
          </a:prstGeom>
        </p:spPr>
        <p:txBody>
          <a:bodyPr lIns="45718" tIns="45718" rIns="45718" bIns="45718"/>
          <a:lstStyle>
            <a:lvl1pPr defTabSz="356615">
              <a:defRPr sz="4680"/>
            </a:lvl1pPr>
          </a:lstStyle>
          <a:p>
            <a:pPr/>
            <a:r>
              <a:t>Takeaways: Failed Rebuilding</a:t>
            </a:r>
          </a:p>
        </p:txBody>
      </p:sp>
      <p:sp>
        <p:nvSpPr>
          <p:cNvPr id="141" name="On to Chapter 3: Globalizing the World, 1870-1914 (&amp; Eichengreen, 1&amp;2):…"/>
          <p:cNvSpPr txBox="1"/>
          <p:nvPr>
            <p:ph type="body" idx="4294967295"/>
          </p:nvPr>
        </p:nvSpPr>
        <p:spPr>
          <a:xfrm>
            <a:off x="277663" y="1267120"/>
            <a:ext cx="8572501" cy="5273381"/>
          </a:xfrm>
          <a:prstGeom prst="rect">
            <a:avLst/>
          </a:prstGeom>
        </p:spPr>
        <p:txBody>
          <a:bodyPr lIns="45718" tIns="45718" rIns="45718" bIns="45718" anchor="t">
            <a:noAutofit/>
          </a:bodyPr>
          <a:lstStyle/>
          <a:p>
            <a:pPr marL="0" indent="0" defTabSz="386790">
              <a:spcBef>
                <a:spcPts val="1000"/>
              </a:spcBef>
              <a:buSzTx/>
              <a:buNone/>
              <a:defRPr b="1" sz="2000">
                <a:uFill>
                  <a:solidFill>
                    <a:srgbClr val="000000"/>
                  </a:solidFill>
                </a:uFill>
                <a:latin typeface="+mj-lt"/>
                <a:ea typeface="+mj-ea"/>
                <a:cs typeface="+mj-cs"/>
                <a:sym typeface="Helvetica"/>
              </a:defRPr>
            </a:pPr>
            <a:r>
              <a:t>DeLong, ch 8: Failed Rebuilding, 1917-1929</a:t>
            </a:r>
            <a:endParaRPr sz="1600">
              <a:latin typeface="Times New Roman"/>
              <a:ea typeface="Times New Roman"/>
              <a:cs typeface="Times New Roman"/>
              <a:sym typeface="Times New Roman"/>
            </a:endParaRP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The ideas of what was to be done at the end of WWI were fivefold:</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End the scourge of war</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Make Germany pay</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Restore the pre-WWI economic order</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Create a “land fit for heroes”, and so assuage working-class demands that their sacrifices be recognized, rewarded, &amp; repaid</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Resume humanity’s forward march to the sunlit uplands of general peace and prosperity</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These were inconsistent—massively inconsistent</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They all failed: (5) was inconsistent with (4), and the failure to do both required (3) which massively undermined (2) and (6)</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Thus during the 1920s growing movements and currents that the global north needed to try something new—‘classical liberal’ market economies plus relatively oligarchic yet parliamentary politics and governance would no longer work…</a:t>
            </a:r>
          </a:p>
          <a:p>
            <a:pPr marL="304800" indent="-304800" defTabSz="386790">
              <a:spcBef>
                <a:spcPts val="700"/>
              </a:spcBef>
              <a:buSzPct val="100000"/>
              <a:buAutoNum type="arabicPeriod" startAt="1"/>
              <a:defRPr sz="1800">
                <a:uFill>
                  <a:solidFill>
                    <a:srgbClr val="000000"/>
                  </a:solidFill>
                </a:uFill>
                <a:latin typeface="Times New Roman"/>
                <a:ea typeface="Times New Roman"/>
                <a:cs typeface="Times New Roman"/>
                <a:sym typeface="Times New Roman"/>
              </a:defRPr>
            </a:pPr>
            <a:r>
              <a:t>New directions? New modes and orders? New forms of social and economic organization? Fascism or Socialism?</a:t>
            </a:r>
          </a:p>
        </p:txBody>
      </p:sp>
      <p:sp>
        <p:nvSpPr>
          <p:cNvPr id="142" name="3:45 of audio in this slide"/>
          <p:cNvSpPr txBox="1"/>
          <p:nvPr/>
        </p:nvSpPr>
        <p:spPr>
          <a:xfrm>
            <a:off x="4381500" y="6540497"/>
            <a:ext cx="4762500" cy="332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600"/>
            </a:lvl1pPr>
          </a:lstStyle>
          <a:p>
            <a:pPr/>
            <a:r>
              <a:t>3:45 of audio in this slide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Preview: Next Time"/>
          <p:cNvSpPr txBox="1"/>
          <p:nvPr>
            <p:ph type="title" idx="4294967295"/>
          </p:nvPr>
        </p:nvSpPr>
        <p:spPr>
          <a:xfrm>
            <a:off x="277663" y="-3"/>
            <a:ext cx="8572501" cy="1267128"/>
          </a:xfrm>
          <a:prstGeom prst="rect">
            <a:avLst/>
          </a:prstGeom>
        </p:spPr>
        <p:txBody>
          <a:bodyPr lIns="45718" tIns="45718" rIns="45718" bIns="45718"/>
          <a:lstStyle>
            <a:lvl1pPr>
              <a:defRPr sz="6000"/>
            </a:lvl1pPr>
          </a:lstStyle>
          <a:p>
            <a:pPr/>
            <a:r>
              <a:t>Takeaways: Keynes</a:t>
            </a:r>
          </a:p>
        </p:txBody>
      </p:sp>
      <p:sp>
        <p:nvSpPr>
          <p:cNvPr id="145" name="On to Chapter 3: Globalizing the World, 1870-1914 (&amp; Eichengreen, 1&amp;2):…"/>
          <p:cNvSpPr txBox="1"/>
          <p:nvPr>
            <p:ph type="body" idx="4294967295"/>
          </p:nvPr>
        </p:nvSpPr>
        <p:spPr>
          <a:xfrm>
            <a:off x="277663" y="1267120"/>
            <a:ext cx="8572501" cy="5273381"/>
          </a:xfrm>
          <a:prstGeom prst="rect">
            <a:avLst/>
          </a:prstGeom>
        </p:spPr>
        <p:txBody>
          <a:bodyPr lIns="45718" tIns="45718" rIns="45718" bIns="45718" anchor="t">
            <a:noAutofit/>
          </a:bodyPr>
          <a:lstStyle/>
          <a:p>
            <a:pPr marL="0" indent="0" defTabSz="386790">
              <a:spcBef>
                <a:spcPts val="1200"/>
              </a:spcBef>
              <a:buSzTx/>
              <a:buNone/>
              <a:defRPr b="1" sz="2000">
                <a:uFill>
                  <a:solidFill>
                    <a:srgbClr val="000000"/>
                  </a:solidFill>
                </a:uFill>
                <a:latin typeface="+mj-lt"/>
                <a:ea typeface="+mj-ea"/>
                <a:cs typeface="+mj-cs"/>
                <a:sym typeface="Helvetica"/>
              </a:defRPr>
            </a:pPr>
            <a:r>
              <a:t>Skidelsky, </a:t>
            </a:r>
            <a:r>
              <a:rPr i="1"/>
              <a:t>Keynes: A Very Short </a:t>
            </a:r>
            <a:r>
              <a:t>Introduction, Intro &amp; chs. 1 &amp; 2:</a:t>
            </a:r>
            <a:endParaRPr>
              <a:latin typeface="Times New Roman"/>
              <a:ea typeface="Times New Roman"/>
              <a:cs typeface="Times New Roman"/>
              <a:sym typeface="Times New Roman"/>
            </a:endParaRP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A smug, confident pre-WWI British Liberal-with-a-capital-L</a:t>
            </a: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At the start of WWI: “Keynes and his circle had been shocked by the outbreak of the war, which extinguished their hopes for a ‘new civilization…”</a:t>
            </a: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After WWI: “Keynes set out to save what he called ‘capitalistic individualism’ from the scourge of mass unemployment, which, he saw, if left unchecked, would make ‘authoritarian state systems’ the norm in the Western world…”</a:t>
            </a: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Philosophy of practice: take the next step, and then see—not a grand system…</a:t>
            </a: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Academic family, intellectual and aesthete, academic excellence—but engagement with the world: government, journalism, finance, plus patronage of the arts…</a:t>
            </a: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Failure in the 1920s: </a:t>
            </a:r>
            <a:r>
              <a:rPr i="1"/>
              <a:t>Economic Consequences of the Peace, Tract on Monetary Reform, The Economic Consequences of Mr. Churchill, The Treatise on Money</a:t>
            </a:r>
            <a:endParaRPr i="1"/>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Retreat to more abstract, theoretical work: </a:t>
            </a:r>
            <a:r>
              <a:rPr i="1"/>
              <a:t>The General Theory of Employment, Interest &amp; Money</a:t>
            </a:r>
            <a:endParaRPr i="1"/>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&amp; then: success at recasting the world…</a:t>
            </a:r>
          </a:p>
          <a:p>
            <a:pPr marL="304800" indent="-304800" defTabSz="386790">
              <a:spcBef>
                <a:spcPts val="800"/>
              </a:spcBef>
              <a:buSzPct val="100000"/>
              <a:buAutoNum type="arabicPeriod" startAt="1"/>
              <a:defRPr sz="1600">
                <a:uFill>
                  <a:solidFill>
                    <a:srgbClr val="000000"/>
                  </a:solidFill>
                </a:uFill>
                <a:latin typeface="Times New Roman"/>
                <a:ea typeface="Times New Roman"/>
                <a:cs typeface="Times New Roman"/>
                <a:sym typeface="Times New Roman"/>
              </a:defRPr>
            </a:pPr>
            <a:r>
              <a:t>A fundamentally conservative guy—an upper-class twit, in fact—but: “if things are to stay the same, everything must change”</a:t>
            </a:r>
          </a:p>
        </p:txBody>
      </p:sp>
      <p:sp>
        <p:nvSpPr>
          <p:cNvPr id="146" name="??? of audio in this slide"/>
          <p:cNvSpPr txBox="1"/>
          <p:nvPr/>
        </p:nvSpPr>
        <p:spPr>
          <a:xfrm>
            <a:off x="4381500" y="6540497"/>
            <a:ext cx="4762500" cy="3327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r">
              <a:defRPr sz="1600"/>
            </a:lvl1pPr>
          </a:lstStyle>
          <a:p>
            <a:pPr/>
            <a:r>
              <a:t>??? of audio in this slide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0D9"/>
      </a:accent5>
      <a:accent6>
        <a:srgbClr val="AE4846"/>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efault">
  <a:themeElements>
    <a:clrScheme name="Default">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0D9"/>
      </a:accent5>
      <a:accent6>
        <a:srgbClr val="AE4846"/>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457200" rtl="0" fontAlgn="auto" latinLnBrk="0" hangingPunct="0">
          <a:lnSpc>
            <a:spcPct val="100000"/>
          </a:lnSpc>
          <a:spcBef>
            <a:spcPts val="600"/>
          </a:spcBef>
          <a:spcAft>
            <a:spcPts val="0"/>
          </a:spcAft>
          <a:buClrTx/>
          <a:buSzTx/>
          <a:buFontTx/>
          <a:buNone/>
          <a:tabLst/>
          <a:defRPr b="1" baseline="0" cap="none" i="0" spc="0" strike="noStrike" sz="3000" u="none" kumimoji="0" normalizeH="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