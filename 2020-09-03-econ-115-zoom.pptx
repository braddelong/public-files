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1pPr>
    <a:lvl2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2pPr>
    <a:lvl3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3pPr>
    <a:lvl4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4pPr>
    <a:lvl5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5pPr>
    <a:lvl6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6pPr>
    <a:lvl7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7pPr>
    <a:lvl8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8pPr>
    <a:lvl9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b="def" i="def"/>
      <a:tcStyle>
        <a:tcBdr/>
        <a:fill>
          <a:solidFill>
            <a:srgbClr val="EEEE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3CECE"/>
          </a:solidFill>
        </a:fill>
      </a:tcStyle>
    </a:wholeTbl>
    <a:band2H>
      <a:tcTxStyle b="def" i="def"/>
      <a:tcStyle>
        <a:tcBdr/>
        <a:fill>
          <a:solidFill>
            <a:srgbClr val="F1E8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2" name="Shape 132"/>
          <p:cNvSpPr/>
          <p:nvPr>
            <p:ph type="sldImg"/>
          </p:nvPr>
        </p:nvSpPr>
        <p:spPr>
          <a:xfrm>
            <a:off x="1143000" y="685800"/>
            <a:ext cx="4572000" cy="3429000"/>
          </a:xfrm>
          <a:prstGeom prst="rect">
            <a:avLst/>
          </a:prstGeom>
        </p:spPr>
        <p:txBody>
          <a:bodyPr/>
          <a:lstStyle/>
          <a:p>
            <a:pPr/>
          </a:p>
        </p:txBody>
      </p:sp>
      <p:sp>
        <p:nvSpPr>
          <p:cNvPr id="133" name="Shape 1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mn-lt"/>
        <a:ea typeface="+mn-ea"/>
        <a:cs typeface="+mn-cs"/>
        <a:sym typeface="Avenir Roman"/>
      </a:defRPr>
    </a:lvl1pPr>
    <a:lvl2pPr indent="228600" defTabSz="457200" latinLnBrk="0">
      <a:lnSpc>
        <a:spcPct val="125000"/>
      </a:lnSpc>
      <a:defRPr sz="2400">
        <a:latin typeface="+mn-lt"/>
        <a:ea typeface="+mn-ea"/>
        <a:cs typeface="+mn-cs"/>
        <a:sym typeface="Avenir Roman"/>
      </a:defRPr>
    </a:lvl2pPr>
    <a:lvl3pPr indent="457200" defTabSz="457200" latinLnBrk="0">
      <a:lnSpc>
        <a:spcPct val="125000"/>
      </a:lnSpc>
      <a:defRPr sz="2400">
        <a:latin typeface="+mn-lt"/>
        <a:ea typeface="+mn-ea"/>
        <a:cs typeface="+mn-cs"/>
        <a:sym typeface="Avenir Roman"/>
      </a:defRPr>
    </a:lvl3pPr>
    <a:lvl4pPr indent="685800" defTabSz="457200" latinLnBrk="0">
      <a:lnSpc>
        <a:spcPct val="125000"/>
      </a:lnSpc>
      <a:defRPr sz="2400">
        <a:latin typeface="+mn-lt"/>
        <a:ea typeface="+mn-ea"/>
        <a:cs typeface="+mn-cs"/>
        <a:sym typeface="Avenir Roman"/>
      </a:defRPr>
    </a:lvl4pPr>
    <a:lvl5pPr indent="914400" defTabSz="457200" latinLnBrk="0">
      <a:lnSpc>
        <a:spcPct val="125000"/>
      </a:lnSpc>
      <a:defRPr sz="2400">
        <a:latin typeface="+mn-lt"/>
        <a:ea typeface="+mn-ea"/>
        <a:cs typeface="+mn-cs"/>
        <a:sym typeface="Avenir Roman"/>
      </a:defRPr>
    </a:lvl5pPr>
    <a:lvl6pPr indent="1143000" defTabSz="457200" latinLnBrk="0">
      <a:lnSpc>
        <a:spcPct val="125000"/>
      </a:lnSpc>
      <a:defRPr sz="2400">
        <a:latin typeface="+mn-lt"/>
        <a:ea typeface="+mn-ea"/>
        <a:cs typeface="+mn-cs"/>
        <a:sym typeface="Avenir Roman"/>
      </a:defRPr>
    </a:lvl6pPr>
    <a:lvl7pPr indent="1371600" defTabSz="457200" latinLnBrk="0">
      <a:lnSpc>
        <a:spcPct val="125000"/>
      </a:lnSpc>
      <a:defRPr sz="2400">
        <a:latin typeface="+mn-lt"/>
        <a:ea typeface="+mn-ea"/>
        <a:cs typeface="+mn-cs"/>
        <a:sym typeface="Avenir Roman"/>
      </a:defRPr>
    </a:lvl7pPr>
    <a:lvl8pPr indent="1600200" defTabSz="457200" latinLnBrk="0">
      <a:lnSpc>
        <a:spcPct val="125000"/>
      </a:lnSpc>
      <a:defRPr sz="2400">
        <a:latin typeface="+mn-lt"/>
        <a:ea typeface="+mn-ea"/>
        <a:cs typeface="+mn-cs"/>
        <a:sym typeface="Avenir Roman"/>
      </a:defRPr>
    </a:lvl8pPr>
    <a:lvl9pPr indent="1828800" defTabSz="457200" latinLnBrk="0">
      <a:lnSpc>
        <a:spcPct val="125000"/>
      </a:lnSpc>
      <a:defRPr sz="2400">
        <a:latin typeface="+mn-lt"/>
        <a:ea typeface="+mn-ea"/>
        <a:cs typeface="+mn-cs"/>
        <a:sym typeface="Avenir Rom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1. That the history of the twentieth century was overwhelmingly _economic_: the economy was the dominant arena of events and changes, and economic changes were the driving force behind other changes in a way never seen before in any century-long time span.</a:t>
            </a:r>
          </a:p>
          <a:p>
            <a:pPr/>
          </a:p>
          <a:p>
            <a:pPr/>
            <a:r>
              <a:t>2. That the twentieth century saw the material wealth of humankind explode beyond all previous imagining: we—at least those of us who belong to the upper middle class and live in the industrial core of the world economy—are now far richer than the writers of previous centuries’ utopias could have imagined. Spearheaded in the American economy—“the furnace where the future was being forged”, in the words of communist Russian revolutionary Leon Trotsky—by the coming of the industrial research lab and the modern corporation to rationalize and routinize the process of inventing and diffusing technology; reinforced by globalization that interconnected everyone’s destiny with the destinies of billions of others thousands of miles away, the transformation of humanity from a state of general poverty to one in which there was enough wealth that, as my friend Max Singer used to say, a truly human world was within our grasp.</a:t>
            </a:r>
          </a:p>
          <a:p>
            <a:pPr/>
          </a:p>
          <a:p>
            <a:pPr/>
            <a:r>
              <a:t>3. That alongside the coming of wealth was the coming of health and long life, and this had extraordinarily far-reaching ramifications: the escape from Malthusian poverty as the check on human fertility, the arrival of modern feminism and the decline—not fall—of patriarchy, the approach of zero population growth.</a:t>
            </a:r>
          </a:p>
          <a:p>
            <a:pPr/>
          </a:p>
          <a:p>
            <a:pPr/>
            <a:r>
              <a:t>4. That a lot went wrong in the twentieth century. Its tyrannies were more brutal, bloody, &amp; barbaric than in previous centuries. And—astonishingly—they had much of their origins in _economic_ discontents and _economic_ ideologies. People killed each other in large numbers over questions of how the economy should be organized. A declining significance of caste and ethnicity in hemming people into unfreedom was offset by a rising significance of parental wealth in restricting people via relative poverty to lives of relative drudgery and imprisonment. And governments, over and over again, failed to manage their economies to produce steady full employment, equitable growth, a sense of stability, and a sense that people received what they were owed and got what they deserved to get.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1. That the history of the twentieth century was overwhelmingly _economic_: the economy was the dominant arena of events and changes, and economic changes were the driving force behind other changes in a way never seen before in any century-long time span.</a:t>
            </a:r>
          </a:p>
          <a:p>
            <a:pPr/>
          </a:p>
          <a:p>
            <a:pPr/>
            <a:r>
              <a:t>2. That the twentieth century saw the material wealth of humankind explode beyond all previous imagining: we—at least those of us who belong to the upper middle class and live in the industrial core of the world economy—are now far richer than the writers of previous centuries’ utopias could have imagined. Spearheaded in the American economy—“the furnace where the future was being forged”, in the words of communist Russian revolutionary Leon Trotsky—by the coming of the industrial research lab and the modern corporation to rationalize and routinize the process of inventing and diffusing technology; reinforced by globalization that interconnected everyone’s destiny with the destinies of billions of others thousands of miles away, the transformation of humanity from a state of general poverty to one in which there was enough wealth that, as my friend Max Singer used to say, a truly human world was within our grasp.</a:t>
            </a:r>
          </a:p>
          <a:p>
            <a:pPr/>
          </a:p>
          <a:p>
            <a:pPr/>
            <a:r>
              <a:t>3. That alongside the coming of wealth was the coming of health and long life, and this had extraordinarily far-reaching ramifications: the escape from Malthusian poverty as the check on human fertility, the arrival of modern feminism and the decline—not fall—of patriarchy, the approach of zero population growth.</a:t>
            </a:r>
          </a:p>
          <a:p>
            <a:pPr/>
          </a:p>
          <a:p>
            <a:pPr/>
            <a:r>
              <a:t>4. That a lot went wrong in the twentieth century. Its tyrannies were more brutal, bloody, &amp; barbaric than in previous centuries. And—astonishingly—they had much of their origins in _economic_ discontents and _economic_ ideologies. People killed each other in large numbers over questions of how the economy should be organized. A declining significance of caste and ethnicity in hemming people into unfreedom was offset by a rising significance of parental wealth in restricting people via relative poverty to lives of relative drudgery and imprisonment. And governments, over and over again, failed to manage their economies to produce steady full employment, equitable growth, a sense of stability, and a sense that people received what they were owed and got what they deserved to get.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1. That the history of the twentieth century was overwhelmingly _economic_: the economy was the dominant arena of events and changes, and economic changes were the driving force behind other changes in a way never seen before in any century-long time span.</a:t>
            </a:r>
          </a:p>
          <a:p>
            <a:pPr/>
          </a:p>
          <a:p>
            <a:pPr/>
            <a:r>
              <a:t>2. That the twentieth century saw the material wealth of humankind explode beyond all previous imagining: we—at least those of us who belong to the upper middle class and live in the industrial core of the world economy—are now far richer than the writers of previous centuries’ utopias could have imagined. Spearheaded in the American economy—“the furnace where the future was being forged”, in the words of communist Russian revolutionary Leon Trotsky—by the coming of the industrial research lab and the modern corporation to rationalize and routinize the process of inventing and diffusing technology; reinforced by globalization that interconnected everyone’s destiny with the destinies of billions of others thousands of miles away, the transformation of humanity from a state of general poverty to one in which there was enough wealth that, as my friend Max Singer used to say, a truly human world was within our grasp.</a:t>
            </a:r>
          </a:p>
          <a:p>
            <a:pPr/>
          </a:p>
          <a:p>
            <a:pPr/>
            <a:r>
              <a:t>3. That alongside the coming of wealth was the coming of health and long life, and this had extraordinarily far-reaching ramifications: the escape from Malthusian poverty as the check on human fertility, the arrival of modern feminism and the decline—not fall—of patriarchy, the approach of zero population growth.</a:t>
            </a:r>
          </a:p>
          <a:p>
            <a:pPr/>
          </a:p>
          <a:p>
            <a:pPr/>
            <a:r>
              <a:t>4. That a lot went wrong in the twentieth century. Its tyrannies were more brutal, bloody, &amp; barbaric than in previous centuries. And—astonishingly—they had much of their origins in _economic_ discontents and _economic_ ideologies. People killed each other in large numbers over questions of how the economy should be organized. A declining significance of caste and ethnicity in hemming people into unfreedom was offset by a rising significance of parental wealth in restricting people via relative poverty to lives of relative drudgery and imprisonment. And governments, over and over again, failed to manage their economies to produce steady full employment, equitable growth, a sense of stability, and a sense that people received what they were owed and got what they deserved to get.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A word about the first of these—that the history of the 20th century was in a very important sense primarily _economic_. For most centuries, the core of history—the most interesting and important parts—was only tangentially at best related to the _economic_. For most centuries, the core of their history was, instead, intellectual or religious or political or cultural. The background behind me shows an 1877 interpretation of a moment that is at the core of the history of western Eurasia—what we usually call “Europe”—in the 1500s: the religious struggles of the Protestant Reformation and the Catholic Reformation. This moment is when the Holy Roman Emperor asks the monk and religious reformer Martin Luther to abandon some of his theological claims in order to maintain religious unity and concord among German Christians, and avoid bloody and brutal lengthy wars. Luther responds that his conscience will not let him. And Europe descends into nearly two centuries of near-genocidal religious war. </a:t>
            </a:r>
          </a:p>
          <a:p>
            <a:pPr/>
          </a:p>
          <a:p>
            <a:pPr/>
            <a:r>
              <a:t>The consolidation of Christianity in the Roman Empire, the spread of Islam, the Protestant Reformation, the Italian Renaissance, Ming Dynasty artistic creations, the American and French Revolutions, the conquests of the _Devlet-i ʿAlīye-i ʿOsmānīye (what Britos called the Ottoman Empire) and the consolidation of the holdings of the Gurkani dynasty (what Britons called the Moghul Empire)—these are the things of which history principally consists. The economy the background against which the action of a play took place, for its changes were only visible in what Fernand Braudel called the _longue durée_—the long run. </a:t>
            </a:r>
          </a:p>
          <a:p>
            <a:pPr/>
          </a:p>
          <a:p>
            <a:pPr/>
            <a:r>
              <a:t>Not so the history of the 20th century. The economy and economic events and changes are at its core.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And let me add a fifth Big Idea:</a:t>
            </a:r>
          </a:p>
          <a:p>
            <a:pPr/>
          </a:p>
          <a:p>
            <a:pPr/>
            <a:r>
              <a:t>5. Our predecessors, many of them at least, would be amazed that, with the wealth and power, the technological and organizational tools, the knowledge and communications that we now possess, humanity has not done much more than it has done to make of the world a utopia. In the aftermath of World War I, Irish poet William Butler Yeats wrote of how positive utopian and millennial hopes seemed to be going wrong. The stories were that history was supposed to have a beautiful and miraculous end: a chosen one born in the city of King David—Bethlehem—to lead us all to a heavenly New Jerusalem. </a:t>
            </a:r>
          </a:p>
          <a:p>
            <a:pPr/>
          </a:p>
          <a:p>
            <a:pPr/>
            <a:r>
              <a:t>But, Yeats wrote in his poem _The Second Coming_, it was not so.</a:t>
            </a:r>
          </a:p>
          <a:p>
            <a:pPr/>
          </a:p>
          <a:p>
            <a:pPr/>
            <a:r>
              <a:t>It was not a chosen one but rather a “rough beast” “with lion body and the head of a man/a gaze blank and pitiless as the sun”. And its motion toward Bethlehem was a “slouching” one. Yeats’s poem has been called the “most pillaged” in modern times because it speaks to us. </a:t>
            </a:r>
          </a:p>
          <a:p>
            <a:pPr/>
          </a:p>
          <a:p>
            <a:pPr/>
            <a:r>
              <a:t>The history of the 20th century has seen us as a race at best slouching, if that, towards something that might be a utopia, maybe.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xfrm>
            <a:off x="8428181" y="6404294"/>
            <a:ext cx="258620" cy="269237"/>
          </a:xfrm>
          <a:prstGeom prst="rect">
            <a:avLst/>
          </a:prstGeom>
        </p:spPr>
        <p:txBody>
          <a:bodyPr lIns="45718" tIns="45718" rIns="45718" bIns="45718" anchor="ctr"/>
          <a:lstStyle>
            <a:lvl1pPr algn="r" defTabSz="457200">
              <a:defRPr>
                <a:solidFill>
                  <a:srgbClr val="898989"/>
                </a:solidFill>
                <a:uFill>
                  <a:solidFill>
                    <a:srgbClr val="898989"/>
                  </a:solidFill>
                </a:u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8" name="Slide Number"/>
          <p:cNvSpPr txBox="1"/>
          <p:nvPr>
            <p:ph type="sldNum" sz="quarter" idx="2"/>
          </p:nvPr>
        </p:nvSpPr>
        <p:spPr>
          <a:xfrm>
            <a:off x="8428181" y="6404294"/>
            <a:ext cx="258620" cy="269237"/>
          </a:xfrm>
          <a:prstGeom prst="rect">
            <a:avLst/>
          </a:prstGeom>
        </p:spPr>
        <p:txBody>
          <a:bodyPr lIns="45718" tIns="45718" rIns="45718" bIns="45718" anchor="ctr"/>
          <a:lstStyle>
            <a:lvl1pPr algn="r" defTabSz="457200">
              <a:defRPr>
                <a:solidFill>
                  <a:srgbClr val="898989"/>
                </a:solidFill>
                <a:uFill>
                  <a:solidFill>
                    <a:srgbClr val="898989"/>
                  </a:solidFill>
                </a:u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 name="Title Text"/>
          <p:cNvSpPr txBox="1"/>
          <p:nvPr>
            <p:ph type="title"/>
          </p:nvPr>
        </p:nvSpPr>
        <p:spPr>
          <a:xfrm>
            <a:off x="669725" y="312538"/>
            <a:ext cx="7804549" cy="1518048"/>
          </a:xfrm>
          <a:prstGeom prst="rect">
            <a:avLst/>
          </a:prstGeom>
        </p:spPr>
        <p:txBody>
          <a:bodyPr lIns="35717" tIns="35717" rIns="35717" bIns="35717"/>
          <a:lstStyle>
            <a:lvl1pPr>
              <a:defRPr sz="5600">
                <a:solidFill>
                  <a:srgbClr val="000080"/>
                </a:solidFill>
                <a:latin typeface="Calibri"/>
                <a:ea typeface="Calibri"/>
                <a:cs typeface="Calibri"/>
                <a:sym typeface="Calibri"/>
              </a:defRPr>
            </a:lvl1pPr>
          </a:lstStyle>
          <a:p>
            <a:pPr/>
            <a:r>
              <a:t>Title Text</a:t>
            </a:r>
          </a:p>
        </p:txBody>
      </p:sp>
      <p:sp>
        <p:nvSpPr>
          <p:cNvPr id="35"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43" name="Title Text"/>
          <p:cNvSpPr txBox="1"/>
          <p:nvPr>
            <p:ph type="title"/>
          </p:nvPr>
        </p:nvSpPr>
        <p:spPr>
          <a:xfrm>
            <a:off x="892967" y="1151929"/>
            <a:ext cx="7358066" cy="2321720"/>
          </a:xfrm>
          <a:prstGeom prst="rect">
            <a:avLst/>
          </a:prstGeom>
        </p:spPr>
        <p:txBody>
          <a:bodyPr lIns="35717" tIns="35717" rIns="35717" bIns="35717" anchor="b"/>
          <a:lstStyle>
            <a:lvl1pPr defTabSz="410764">
              <a:defRPr>
                <a:solidFill>
                  <a:srgbClr val="000080"/>
                </a:solidFill>
                <a:uFillTx/>
              </a:defRPr>
            </a:lvl1pPr>
          </a:lstStyle>
          <a:p>
            <a:pPr/>
            <a:r>
              <a:t>Title Text</a:t>
            </a:r>
          </a:p>
        </p:txBody>
      </p:sp>
      <p:sp>
        <p:nvSpPr>
          <p:cNvPr id="44" name="Body Level One…"/>
          <p:cNvSpPr txBox="1"/>
          <p:nvPr>
            <p:ph type="body" sz="quarter" idx="1"/>
          </p:nvPr>
        </p:nvSpPr>
        <p:spPr>
          <a:xfrm>
            <a:off x="892967" y="3536155"/>
            <a:ext cx="7358066" cy="794744"/>
          </a:xfrm>
          <a:prstGeom prst="rect">
            <a:avLst/>
          </a:prstGeom>
        </p:spPr>
        <p:txBody>
          <a:bodyPr lIns="35717" tIns="35717" rIns="35717" bIns="35717" anchor="t"/>
          <a:lstStyle>
            <a:lvl1pPr marL="0" indent="0" defTabSz="410764">
              <a:spcBef>
                <a:spcPts val="600"/>
              </a:spcBef>
              <a:buSzTx/>
              <a:buNone/>
              <a:defRPr>
                <a:latin typeface="Times New Roman"/>
                <a:ea typeface="Times New Roman"/>
                <a:cs typeface="Times New Roman"/>
                <a:sym typeface="Times New Roman"/>
              </a:defRPr>
            </a:lvl1pPr>
            <a:lvl2pPr marL="0" indent="0" defTabSz="410764">
              <a:spcBef>
                <a:spcPts val="600"/>
              </a:spcBef>
              <a:buSzTx/>
              <a:buNone/>
              <a:defRPr>
                <a:latin typeface="Times New Roman"/>
                <a:ea typeface="Times New Roman"/>
                <a:cs typeface="Times New Roman"/>
                <a:sym typeface="Times New Roman"/>
              </a:defRPr>
            </a:lvl2pPr>
            <a:lvl3pPr marL="0" indent="0" defTabSz="410764">
              <a:spcBef>
                <a:spcPts val="600"/>
              </a:spcBef>
              <a:buSzTx/>
              <a:buNone/>
              <a:defRPr>
                <a:latin typeface="Times New Roman"/>
                <a:ea typeface="Times New Roman"/>
                <a:cs typeface="Times New Roman"/>
                <a:sym typeface="Times New Roman"/>
              </a:defRPr>
            </a:lvl3pPr>
            <a:lvl4pPr marL="0" indent="0" defTabSz="410764">
              <a:spcBef>
                <a:spcPts val="600"/>
              </a:spcBef>
              <a:buSzTx/>
              <a:buNone/>
              <a:defRPr>
                <a:latin typeface="Times New Roman"/>
                <a:ea typeface="Times New Roman"/>
                <a:cs typeface="Times New Roman"/>
                <a:sym typeface="Times New Roman"/>
              </a:defRPr>
            </a:lvl4pPr>
            <a:lvl5pPr marL="0" indent="0" defTabSz="410764">
              <a:spcBef>
                <a:spcPts val="600"/>
              </a:spcBef>
              <a:buSzTx/>
              <a:buNone/>
              <a:defRPr>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2" name="Title Text"/>
          <p:cNvSpPr txBox="1"/>
          <p:nvPr>
            <p:ph type="title"/>
          </p:nvPr>
        </p:nvSpPr>
        <p:spPr>
          <a:xfrm>
            <a:off x="669725" y="312538"/>
            <a:ext cx="7804549" cy="1518048"/>
          </a:xfrm>
          <a:prstGeom prst="rect">
            <a:avLst/>
          </a:prstGeom>
        </p:spPr>
        <p:txBody>
          <a:bodyPr lIns="35717" tIns="35717" rIns="35717" bIns="35717"/>
          <a:lstStyle>
            <a:lvl1pPr defTabSz="410764">
              <a:defRPr>
                <a:solidFill>
                  <a:srgbClr val="000080"/>
                </a:solidFill>
                <a:uFillTx/>
              </a:defRPr>
            </a:lvl1pPr>
          </a:lstStyle>
          <a:p>
            <a:pPr/>
            <a:r>
              <a:t>Title Text</a:t>
            </a:r>
          </a:p>
        </p:txBody>
      </p:sp>
      <p:sp>
        <p:nvSpPr>
          <p:cNvPr id="53"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54"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1" name="Title Text"/>
          <p:cNvSpPr txBox="1"/>
          <p:nvPr>
            <p:ph type="title"/>
          </p:nvPr>
        </p:nvSpPr>
        <p:spPr>
          <a:xfrm>
            <a:off x="685798" y="380999"/>
            <a:ext cx="7772402" cy="1600201"/>
          </a:xfrm>
          <a:prstGeom prst="rect">
            <a:avLst/>
          </a:prstGeom>
        </p:spPr>
        <p:txBody>
          <a:bodyPr lIns="45718" tIns="45718" rIns="45718" bIns="45718"/>
          <a:lstStyle>
            <a:lvl1pPr defTabSz="914400">
              <a:defRPr b="0" sz="4200">
                <a:solidFill>
                  <a:srgbClr val="000000"/>
                </a:solidFill>
                <a:uFillTx/>
                <a:latin typeface="Times Roman"/>
                <a:ea typeface="Times Roman"/>
                <a:cs typeface="Times Roman"/>
                <a:sym typeface="Times Roman"/>
              </a:defRPr>
            </a:lvl1pPr>
          </a:lstStyle>
          <a:p>
            <a:pPr/>
            <a:r>
              <a:t>Title Text</a:t>
            </a:r>
          </a:p>
        </p:txBody>
      </p:sp>
      <p:sp>
        <p:nvSpPr>
          <p:cNvPr id="62" name="Body Level One…"/>
          <p:cNvSpPr txBox="1"/>
          <p:nvPr>
            <p:ph type="body" idx="1"/>
          </p:nvPr>
        </p:nvSpPr>
        <p:spPr>
          <a:xfrm>
            <a:off x="685798" y="1981200"/>
            <a:ext cx="7772402" cy="4876802"/>
          </a:xfrm>
          <a:prstGeom prst="rect">
            <a:avLst/>
          </a:prstGeom>
        </p:spPr>
        <p:txBody>
          <a:bodyPr lIns="45718" tIns="45718" rIns="45718" bIns="45718" anchor="t"/>
          <a:lstStyle>
            <a:lvl1pPr marL="321467" indent="-321467" defTabSz="914400">
              <a:spcBef>
                <a:spcPts val="700"/>
              </a:spcBef>
              <a:buSzPct val="100000"/>
              <a:buChar char="»"/>
              <a:defRPr sz="3000">
                <a:latin typeface="Times Roman"/>
                <a:ea typeface="Times Roman"/>
                <a:cs typeface="Times Roman"/>
                <a:sym typeface="Times Roman"/>
              </a:defRPr>
            </a:lvl1pPr>
            <a:lvl2pPr marL="763359" indent="-306159" defTabSz="914400">
              <a:spcBef>
                <a:spcPts val="700"/>
              </a:spcBef>
              <a:buSzPct val="100000"/>
              <a:buChar char="–"/>
              <a:defRPr sz="3000">
                <a:latin typeface="Times Roman"/>
                <a:ea typeface="Times Roman"/>
                <a:cs typeface="Times Roman"/>
                <a:sym typeface="Times Roman"/>
              </a:defRPr>
            </a:lvl2pPr>
            <a:lvl3pPr marL="1200150" indent="-285750" defTabSz="914400">
              <a:spcBef>
                <a:spcPts val="700"/>
              </a:spcBef>
              <a:buSzPct val="100000"/>
              <a:defRPr sz="3000">
                <a:latin typeface="Times Roman"/>
                <a:ea typeface="Times Roman"/>
                <a:cs typeface="Times Roman"/>
                <a:sym typeface="Times Roman"/>
              </a:defRPr>
            </a:lvl3pPr>
            <a:lvl4pPr marL="1714500" indent="-342900" defTabSz="914400">
              <a:spcBef>
                <a:spcPts val="700"/>
              </a:spcBef>
              <a:buSzPct val="100000"/>
              <a:buChar char="–"/>
              <a:defRPr sz="3000">
                <a:latin typeface="Times Roman"/>
                <a:ea typeface="Times Roman"/>
                <a:cs typeface="Times Roman"/>
                <a:sym typeface="Times Roman"/>
              </a:defRPr>
            </a:lvl4pPr>
            <a:lvl5pPr marL="2209800" indent="-381000" defTabSz="914400">
              <a:spcBef>
                <a:spcPts val="700"/>
              </a:spcBef>
              <a:buSzPct val="100000"/>
              <a:buChar char="»"/>
              <a:defRPr sz="3000">
                <a:latin typeface="Times Roman"/>
                <a:ea typeface="Times Roman"/>
                <a:cs typeface="Times Roman"/>
                <a:sym typeface="Times Roman"/>
              </a:defRPr>
            </a:lvl5pPr>
          </a:lstStyle>
          <a:p>
            <a:pPr/>
            <a:r>
              <a:t>Body Level One</a:t>
            </a:r>
          </a:p>
          <a:p>
            <a:pPr lvl="1"/>
            <a:r>
              <a:t>Body Level Two</a:t>
            </a:r>
          </a:p>
          <a:p>
            <a:pPr lvl="2"/>
            <a:r>
              <a:t>Body Level Three</a:t>
            </a:r>
          </a:p>
          <a:p>
            <a:pPr lvl="3"/>
            <a:r>
              <a:t>Body Level Four</a:t>
            </a:r>
          </a:p>
          <a:p>
            <a:pPr lvl="4"/>
            <a:r>
              <a:t>Body Level Five</a:t>
            </a:r>
          </a:p>
        </p:txBody>
      </p:sp>
      <p:sp>
        <p:nvSpPr>
          <p:cNvPr id="63" name="Slide Number"/>
          <p:cNvSpPr txBox="1"/>
          <p:nvPr>
            <p:ph type="sldNum" sz="quarter" idx="2"/>
          </p:nvPr>
        </p:nvSpPr>
        <p:spPr>
          <a:xfrm>
            <a:off x="8201661" y="6248400"/>
            <a:ext cx="256539" cy="269238"/>
          </a:xfrm>
          <a:prstGeom prst="rect">
            <a:avLst/>
          </a:prstGeom>
        </p:spPr>
        <p:txBody>
          <a:bodyPr lIns="45718" tIns="45718" rIns="45718" bIns="45718"/>
          <a:lstStyle>
            <a:lvl1pPr algn="r" defTabSz="914400">
              <a:defRPr>
                <a:latin typeface="Times Roman"/>
                <a:ea typeface="Times Roman"/>
                <a:cs typeface="Times Roman"/>
                <a:sym typeface="Times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70" name="Title Text"/>
          <p:cNvSpPr txBox="1"/>
          <p:nvPr>
            <p:ph type="title"/>
          </p:nvPr>
        </p:nvSpPr>
        <p:spPr>
          <a:xfrm>
            <a:off x="669725" y="312537"/>
            <a:ext cx="7804549" cy="1518050"/>
          </a:xfrm>
          <a:prstGeom prst="rect">
            <a:avLst/>
          </a:prstGeom>
        </p:spPr>
        <p:txBody>
          <a:bodyPr lIns="35717" tIns="35717" rIns="35717" bIns="35717"/>
          <a:lstStyle>
            <a:lvl1pPr defTabSz="410764">
              <a:defRPr b="0" sz="5400">
                <a:solidFill>
                  <a:srgbClr val="000000"/>
                </a:solidFill>
                <a:uFillTx/>
                <a:latin typeface="Helvetica Light"/>
                <a:ea typeface="Helvetica Light"/>
                <a:cs typeface="Helvetica Light"/>
                <a:sym typeface="Helvetica Light"/>
              </a:defRPr>
            </a:lvl1pPr>
          </a:lstStyle>
          <a:p>
            <a:pPr/>
            <a:r>
              <a:t>Title Text</a:t>
            </a:r>
          </a:p>
        </p:txBody>
      </p:sp>
      <p:sp>
        <p:nvSpPr>
          <p:cNvPr id="71" name="Body Level One…"/>
          <p:cNvSpPr txBox="1"/>
          <p:nvPr>
            <p:ph type="body" idx="1"/>
          </p:nvPr>
        </p:nvSpPr>
        <p:spPr>
          <a:xfrm>
            <a:off x="669725" y="1830584"/>
            <a:ext cx="7804549" cy="4420198"/>
          </a:xfrm>
          <a:prstGeom prst="rect">
            <a:avLst/>
          </a:prstGeom>
        </p:spPr>
        <p:txBody>
          <a:bodyPr lIns="35717" tIns="35717" rIns="35717" bIns="35717"/>
          <a:lstStyle>
            <a:lvl1pPr marL="271637" indent="-271637" defTabSz="410764">
              <a:defRPr sz="2200"/>
            </a:lvl1pPr>
            <a:lvl2pPr marL="716138" indent="-271638" defTabSz="410764">
              <a:defRPr sz="2200"/>
            </a:lvl2pPr>
            <a:lvl3pPr marL="1160637" indent="-271637" defTabSz="410764">
              <a:defRPr sz="2200"/>
            </a:lvl3pPr>
            <a:lvl4pPr marL="1605137" indent="-271637" defTabSz="410764">
              <a:defRPr sz="2200"/>
            </a:lvl4pPr>
            <a:lvl5pPr marL="2049638" indent="-271638" defTabSz="410764">
              <a:defRPr sz="2200"/>
            </a:lvl5pPr>
          </a:lstStyle>
          <a:p>
            <a:pPr/>
            <a:r>
              <a:t>Body Level One</a:t>
            </a:r>
          </a:p>
          <a:p>
            <a:pPr lvl="1"/>
            <a:r>
              <a:t>Body Level Two</a:t>
            </a:r>
          </a:p>
          <a:p>
            <a:pPr lvl="2"/>
            <a:r>
              <a:t>Body Level Three</a:t>
            </a:r>
          </a:p>
          <a:p>
            <a:pPr lvl="3"/>
            <a:r>
              <a:t>Body Level Four</a:t>
            </a:r>
          </a:p>
          <a:p>
            <a:pPr lvl="4"/>
            <a:r>
              <a:t>Body Level Five</a:t>
            </a:r>
          </a:p>
        </p:txBody>
      </p:sp>
      <p:sp>
        <p:nvSpPr>
          <p:cNvPr id="72" name="Slide Number"/>
          <p:cNvSpPr txBox="1"/>
          <p:nvPr>
            <p:ph type="sldNum" sz="quarter" idx="2"/>
          </p:nvPr>
        </p:nvSpPr>
        <p:spPr>
          <a:xfrm>
            <a:off x="4447793" y="6505277"/>
            <a:ext cx="239484" cy="236537"/>
          </a:xfrm>
          <a:prstGeom prst="rect">
            <a:avLst/>
          </a:prstGeom>
        </p:spPr>
        <p:txBody>
          <a:bodyPr lIns="35717" tIns="35717" rIns="35717" bIns="35717"/>
          <a:lstStyle>
            <a:lvl1pPr defTabSz="410764">
              <a:defRPr sz="11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79" name="Title Text"/>
          <p:cNvSpPr txBox="1"/>
          <p:nvPr>
            <p:ph type="title"/>
          </p:nvPr>
        </p:nvSpPr>
        <p:spPr>
          <a:xfrm>
            <a:off x="669725" y="312538"/>
            <a:ext cx="7804549" cy="1518048"/>
          </a:xfrm>
          <a:prstGeom prst="rect">
            <a:avLst/>
          </a:prstGeom>
        </p:spPr>
        <p:txBody>
          <a:bodyPr lIns="35717" tIns="35717" rIns="35717" bIns="35717"/>
          <a:lstStyle>
            <a:lvl1pPr defTabSz="410764">
              <a:defRPr>
                <a:solidFill>
                  <a:srgbClr val="000080"/>
                </a:solidFill>
                <a:uFillTx/>
              </a:defRPr>
            </a:lvl1pPr>
          </a:lstStyle>
          <a:p>
            <a:pPr/>
            <a:r>
              <a:t>Title Text</a:t>
            </a:r>
          </a:p>
        </p:txBody>
      </p:sp>
      <p:sp>
        <p:nvSpPr>
          <p:cNvPr id="80"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81"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88" name="Title Text"/>
          <p:cNvSpPr txBox="1"/>
          <p:nvPr>
            <p:ph type="title"/>
          </p:nvPr>
        </p:nvSpPr>
        <p:spPr>
          <a:xfrm>
            <a:off x="669726" y="312539"/>
            <a:ext cx="7804548" cy="1518047"/>
          </a:xfrm>
          <a:prstGeom prst="rect">
            <a:avLst/>
          </a:prstGeom>
        </p:spPr>
        <p:txBody>
          <a:bodyPr lIns="35718" tIns="35718" rIns="35718" bIns="35718"/>
          <a:lstStyle>
            <a:lvl1pPr defTabSz="410765">
              <a:defRPr sz="5600">
                <a:solidFill>
                  <a:srgbClr val="000080"/>
                </a:solidFill>
                <a:uFillTx/>
              </a:defRPr>
            </a:lvl1pPr>
          </a:lstStyle>
          <a:p>
            <a:pPr/>
            <a:r>
              <a:t>Title Text</a:t>
            </a:r>
          </a:p>
        </p:txBody>
      </p:sp>
      <p:sp>
        <p:nvSpPr>
          <p:cNvPr id="89" name="Body Level One…"/>
          <p:cNvSpPr txBox="1"/>
          <p:nvPr>
            <p:ph type="body" idx="1"/>
          </p:nvPr>
        </p:nvSpPr>
        <p:spPr>
          <a:xfrm>
            <a:off x="669726" y="1830585"/>
            <a:ext cx="7804548" cy="4420197"/>
          </a:xfrm>
          <a:prstGeom prst="rect">
            <a:avLst/>
          </a:prstGeom>
        </p:spPr>
        <p:txBody>
          <a:bodyPr lIns="35718" tIns="35718" rIns="35718" bIns="35718"/>
          <a:lstStyle>
            <a:lvl1pPr marL="296333" indent="-296333" defTabSz="410765">
              <a:defRPr>
                <a:latin typeface="Times New Roman"/>
                <a:ea typeface="Times New Roman"/>
                <a:cs typeface="Times New Roman"/>
                <a:sym typeface="Times New Roman"/>
              </a:defRPr>
            </a:lvl1pPr>
            <a:lvl2pPr marL="740833" indent="-296333" defTabSz="410765">
              <a:defRPr>
                <a:latin typeface="Times New Roman"/>
                <a:ea typeface="Times New Roman"/>
                <a:cs typeface="Times New Roman"/>
                <a:sym typeface="Times New Roman"/>
              </a:defRPr>
            </a:lvl2pPr>
            <a:lvl3pPr marL="1185333" indent="-296333" defTabSz="410765">
              <a:defRPr>
                <a:latin typeface="Times New Roman"/>
                <a:ea typeface="Times New Roman"/>
                <a:cs typeface="Times New Roman"/>
                <a:sym typeface="Times New Roman"/>
              </a:defRPr>
            </a:lvl3pPr>
            <a:lvl4pPr marL="1629833" indent="-296333" defTabSz="410765">
              <a:defRPr>
                <a:latin typeface="Times New Roman"/>
                <a:ea typeface="Times New Roman"/>
                <a:cs typeface="Times New Roman"/>
                <a:sym typeface="Times New Roman"/>
              </a:defRPr>
            </a:lvl4pPr>
            <a:lvl5pPr marL="2074333" indent="-296333" defTabSz="410765">
              <a:defRPr>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97" name="Title Text"/>
          <p:cNvSpPr txBox="1"/>
          <p:nvPr>
            <p:ph type="title"/>
          </p:nvPr>
        </p:nvSpPr>
        <p:spPr>
          <a:xfrm>
            <a:off x="892968" y="1151929"/>
            <a:ext cx="7358064" cy="2321720"/>
          </a:xfrm>
          <a:prstGeom prst="rect">
            <a:avLst/>
          </a:prstGeom>
        </p:spPr>
        <p:txBody>
          <a:bodyPr lIns="35718" tIns="35718" rIns="35718" bIns="35718" anchor="b"/>
          <a:lstStyle>
            <a:lvl1pPr defTabSz="410765">
              <a:defRPr sz="5600">
                <a:solidFill>
                  <a:srgbClr val="000080"/>
                </a:solidFill>
                <a:uFillTx/>
              </a:defRPr>
            </a:lvl1pPr>
          </a:lstStyle>
          <a:p>
            <a:pPr/>
            <a:r>
              <a:t>Title Text</a:t>
            </a:r>
          </a:p>
        </p:txBody>
      </p:sp>
      <p:sp>
        <p:nvSpPr>
          <p:cNvPr id="98" name="Body Level One…"/>
          <p:cNvSpPr txBox="1"/>
          <p:nvPr>
            <p:ph type="body" sz="quarter" idx="1"/>
          </p:nvPr>
        </p:nvSpPr>
        <p:spPr>
          <a:xfrm>
            <a:off x="892968" y="3536156"/>
            <a:ext cx="7358064" cy="794743"/>
          </a:xfrm>
          <a:prstGeom prst="rect">
            <a:avLst/>
          </a:prstGeom>
        </p:spPr>
        <p:txBody>
          <a:bodyPr lIns="35718" tIns="35718" rIns="35718" bIns="35718" anchor="t"/>
          <a:lstStyle>
            <a:lvl1pPr marL="0" indent="0" algn="ctr" defTabSz="410765">
              <a:spcBef>
                <a:spcPts val="0"/>
              </a:spcBef>
              <a:buSzTx/>
              <a:buNone/>
              <a:defRPr sz="2200"/>
            </a:lvl1pPr>
            <a:lvl2pPr marL="0" indent="228600" algn="ctr" defTabSz="410765">
              <a:spcBef>
                <a:spcPts val="0"/>
              </a:spcBef>
              <a:buSzTx/>
              <a:buNone/>
              <a:defRPr sz="2200"/>
            </a:lvl2pPr>
            <a:lvl3pPr marL="0" indent="457200" algn="ctr" defTabSz="410765">
              <a:spcBef>
                <a:spcPts val="0"/>
              </a:spcBef>
              <a:buSzTx/>
              <a:buNone/>
              <a:defRPr sz="2200"/>
            </a:lvl3pPr>
            <a:lvl4pPr marL="0" indent="685800" algn="ctr" defTabSz="410765">
              <a:spcBef>
                <a:spcPts val="0"/>
              </a:spcBef>
              <a:buSzTx/>
              <a:buNone/>
              <a:defRPr sz="2200"/>
            </a:lvl4pPr>
            <a:lvl5pPr marL="0" indent="914400" algn="ctr" defTabSz="410765">
              <a:spcBef>
                <a:spcPts val="0"/>
              </a:spcBef>
              <a:buSzTx/>
              <a:buNone/>
              <a:defRPr sz="2200"/>
            </a:lvl5pPr>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106" name="Title Text"/>
          <p:cNvSpPr txBox="1"/>
          <p:nvPr>
            <p:ph type="title"/>
          </p:nvPr>
        </p:nvSpPr>
        <p:spPr>
          <a:xfrm>
            <a:off x="892968" y="1151929"/>
            <a:ext cx="7358064" cy="2321720"/>
          </a:xfrm>
          <a:prstGeom prst="rect">
            <a:avLst/>
          </a:prstGeom>
        </p:spPr>
        <p:txBody>
          <a:bodyPr lIns="35718" tIns="35718" rIns="35718" bIns="35718" anchor="b"/>
          <a:lstStyle>
            <a:lvl1pPr defTabSz="410765">
              <a:defRPr b="0" sz="5600">
                <a:solidFill>
                  <a:srgbClr val="000000"/>
                </a:solidFill>
                <a:uFillTx/>
                <a:latin typeface="Helvetica Neue Medium"/>
                <a:ea typeface="Helvetica Neue Medium"/>
                <a:cs typeface="Helvetica Neue Medium"/>
                <a:sym typeface="Helvetica Neue Medium"/>
              </a:defRPr>
            </a:lvl1pPr>
          </a:lstStyle>
          <a:p>
            <a:pPr/>
            <a:r>
              <a:t>Title Text</a:t>
            </a:r>
          </a:p>
        </p:txBody>
      </p:sp>
      <p:sp>
        <p:nvSpPr>
          <p:cNvPr id="107" name="Body Level One…"/>
          <p:cNvSpPr txBox="1"/>
          <p:nvPr>
            <p:ph type="body" sz="quarter" idx="1"/>
          </p:nvPr>
        </p:nvSpPr>
        <p:spPr>
          <a:xfrm>
            <a:off x="892968" y="3545085"/>
            <a:ext cx="7358064" cy="794744"/>
          </a:xfrm>
          <a:prstGeom prst="rect">
            <a:avLst/>
          </a:prstGeom>
        </p:spPr>
        <p:txBody>
          <a:bodyPr lIns="35718" tIns="35718" rIns="35718" bIns="35718" anchor="t"/>
          <a:lstStyle>
            <a:lvl1pPr marL="0" indent="0" algn="ctr" defTabSz="410765">
              <a:spcBef>
                <a:spcPts val="0"/>
              </a:spcBef>
              <a:buSzTx/>
              <a:buNone/>
              <a:defRPr sz="2600">
                <a:latin typeface="Helvetica Neue"/>
                <a:ea typeface="Helvetica Neue"/>
                <a:cs typeface="Helvetica Neue"/>
                <a:sym typeface="Helvetica Neue"/>
              </a:defRPr>
            </a:lvl1pPr>
            <a:lvl2pPr marL="0" indent="0" algn="ctr" defTabSz="410765">
              <a:spcBef>
                <a:spcPts val="0"/>
              </a:spcBef>
              <a:buSzTx/>
              <a:buNone/>
              <a:defRPr sz="2600">
                <a:latin typeface="Helvetica Neue"/>
                <a:ea typeface="Helvetica Neue"/>
                <a:cs typeface="Helvetica Neue"/>
                <a:sym typeface="Helvetica Neue"/>
              </a:defRPr>
            </a:lvl2pPr>
            <a:lvl3pPr marL="0" indent="0" algn="ctr" defTabSz="410765">
              <a:spcBef>
                <a:spcPts val="0"/>
              </a:spcBef>
              <a:buSzTx/>
              <a:buNone/>
              <a:defRPr sz="2600">
                <a:latin typeface="Helvetica Neue"/>
                <a:ea typeface="Helvetica Neue"/>
                <a:cs typeface="Helvetica Neue"/>
                <a:sym typeface="Helvetica Neue"/>
              </a:defRPr>
            </a:lvl3pPr>
            <a:lvl4pPr marL="0" indent="0" algn="ctr" defTabSz="410765">
              <a:spcBef>
                <a:spcPts val="0"/>
              </a:spcBef>
              <a:buSzTx/>
              <a:buNone/>
              <a:defRPr sz="2600">
                <a:latin typeface="Helvetica Neue"/>
                <a:ea typeface="Helvetica Neue"/>
                <a:cs typeface="Helvetica Neue"/>
                <a:sym typeface="Helvetica Neue"/>
              </a:defRPr>
            </a:lvl4pPr>
            <a:lvl5pPr marL="0" indent="0" algn="ctr" defTabSz="410765">
              <a:spcBef>
                <a:spcPts val="0"/>
              </a:spcBef>
              <a:buSzTx/>
              <a:buNone/>
              <a:defRPr sz="26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08" name="Slide Number"/>
          <p:cNvSpPr txBox="1"/>
          <p:nvPr>
            <p:ph type="sldNum" sz="quarter" idx="2"/>
          </p:nvPr>
        </p:nvSpPr>
        <p:spPr>
          <a:xfrm>
            <a:off x="4449876" y="6536531"/>
            <a:ext cx="239485" cy="232486"/>
          </a:xfrm>
          <a:prstGeom prst="rect">
            <a:avLst/>
          </a:prstGeom>
        </p:spPr>
        <p:txBody>
          <a:bodyPr lIns="35718" tIns="35718" rIns="35718" bIns="35718"/>
          <a:lstStyle>
            <a:lvl1pPr defTabSz="410765">
              <a:defRPr sz="1100">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15" name="Title Text"/>
          <p:cNvSpPr txBox="1"/>
          <p:nvPr>
            <p:ph type="title"/>
          </p:nvPr>
        </p:nvSpPr>
        <p:spPr>
          <a:xfrm>
            <a:off x="669726" y="312539"/>
            <a:ext cx="7804548" cy="1518047"/>
          </a:xfrm>
          <a:prstGeom prst="rect">
            <a:avLst/>
          </a:prstGeom>
        </p:spPr>
        <p:txBody>
          <a:bodyPr lIns="35718" tIns="35718" rIns="35718" bIns="35718"/>
          <a:lstStyle>
            <a:lvl1pPr defTabSz="410765">
              <a:lnSpc>
                <a:spcPts val="11600"/>
              </a:lnSpc>
              <a:defRPr>
                <a:uFillTx/>
              </a:defRPr>
            </a:lvl1pPr>
          </a:lstStyle>
          <a:p>
            <a:pPr/>
            <a:r>
              <a:t>Title Text</a:t>
            </a:r>
          </a:p>
        </p:txBody>
      </p:sp>
      <p:sp>
        <p:nvSpPr>
          <p:cNvPr id="116" name="Body Level One…"/>
          <p:cNvSpPr txBox="1"/>
          <p:nvPr>
            <p:ph type="body" idx="1"/>
          </p:nvPr>
        </p:nvSpPr>
        <p:spPr>
          <a:xfrm>
            <a:off x="669726" y="1830585"/>
            <a:ext cx="7804548" cy="4420197"/>
          </a:xfrm>
          <a:prstGeom prst="rect">
            <a:avLst/>
          </a:prstGeom>
        </p:spPr>
        <p:txBody>
          <a:bodyPr lIns="35718" tIns="35718" rIns="35718" bIns="35718"/>
          <a:lstStyle>
            <a:lvl1pPr marL="296333" indent="-296333" defTabSz="410765"/>
            <a:lvl2pPr marL="740833" indent="-296333" defTabSz="410765"/>
            <a:lvl3pPr marL="1185333" indent="-296333" defTabSz="410765"/>
            <a:lvl4pPr marL="1629833" indent="-296333" defTabSz="410765"/>
            <a:lvl5pPr marL="2074333" indent="-296333" defTabSz="410765"/>
          </a:lstStyle>
          <a:p>
            <a:pPr/>
            <a:r>
              <a:t>Body Level One</a:t>
            </a:r>
          </a:p>
          <a:p>
            <a:pPr lvl="1"/>
            <a:r>
              <a:t>Body Level Two</a:t>
            </a:r>
          </a:p>
          <a:p>
            <a:pPr lvl="2"/>
            <a:r>
              <a:t>Body Level Three</a:t>
            </a:r>
          </a:p>
          <a:p>
            <a:pPr lvl="3"/>
            <a:r>
              <a:t>Body Level Four</a:t>
            </a:r>
          </a:p>
          <a:p>
            <a:pPr lvl="4"/>
            <a:r>
              <a:t>Body Level Five</a:t>
            </a:r>
          </a:p>
        </p:txBody>
      </p:sp>
      <p:sp>
        <p:nvSpPr>
          <p:cNvPr id="117"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24" name="Title Text"/>
          <p:cNvSpPr txBox="1"/>
          <p:nvPr>
            <p:ph type="title"/>
          </p:nvPr>
        </p:nvSpPr>
        <p:spPr>
          <a:prstGeom prst="rect">
            <a:avLst/>
          </a:prstGeom>
        </p:spPr>
        <p:txBody>
          <a:bodyPr/>
          <a:lstStyle/>
          <a:p>
            <a:pPr/>
            <a:r>
              <a:t>Title Text</a:t>
            </a:r>
          </a:p>
        </p:txBody>
      </p:sp>
      <p:sp>
        <p:nvSpPr>
          <p:cNvPr id="125" name="Body Level One…"/>
          <p:cNvSpPr txBox="1"/>
          <p:nvPr>
            <p:ph type="body" idx="1"/>
          </p:nvPr>
        </p:nvSpPr>
        <p:spPr>
          <a:prstGeom prst="rect">
            <a:avLst/>
          </a:prstGeom>
        </p:spPr>
        <p:txBody>
          <a:bodyPr/>
          <a:lstStyle>
            <a:lvl1pPr defTabSz="370331">
              <a:spcBef>
                <a:spcPts val="800"/>
              </a:spcBef>
              <a:tabLst>
                <a:tab pos="215900" algn="l"/>
              </a:tabLst>
              <a:defRPr>
                <a:uFill>
                  <a:solidFill>
                    <a:srgbClr val="000000"/>
                  </a:solidFill>
                </a:uFill>
                <a:latin typeface="Times New Roman"/>
                <a:ea typeface="Times New Roman"/>
                <a:cs typeface="Times New Roman"/>
                <a:sym typeface="Times New Roman"/>
              </a:defRPr>
            </a:lvl1pPr>
            <a:lvl2pPr defTabSz="370331">
              <a:spcBef>
                <a:spcPts val="800"/>
              </a:spcBef>
              <a:tabLst>
                <a:tab pos="215900" algn="l"/>
              </a:tabLst>
              <a:defRPr>
                <a:uFill>
                  <a:solidFill>
                    <a:srgbClr val="000000"/>
                  </a:solidFill>
                </a:uFill>
                <a:latin typeface="Times New Roman"/>
                <a:ea typeface="Times New Roman"/>
                <a:cs typeface="Times New Roman"/>
                <a:sym typeface="Times New Roman"/>
              </a:defRPr>
            </a:lvl2pPr>
            <a:lvl3pPr defTabSz="370331">
              <a:spcBef>
                <a:spcPts val="800"/>
              </a:spcBef>
              <a:tabLst>
                <a:tab pos="215900" algn="l"/>
              </a:tabLst>
              <a:defRPr>
                <a:uFill>
                  <a:solidFill>
                    <a:srgbClr val="000000"/>
                  </a:solidFill>
                </a:uFill>
                <a:latin typeface="Times New Roman"/>
                <a:ea typeface="Times New Roman"/>
                <a:cs typeface="Times New Roman"/>
                <a:sym typeface="Times New Roman"/>
              </a:defRPr>
            </a:lvl3pPr>
            <a:lvl4pPr defTabSz="370331">
              <a:spcBef>
                <a:spcPts val="800"/>
              </a:spcBef>
              <a:tabLst>
                <a:tab pos="215900" algn="l"/>
              </a:tabLst>
              <a:defRPr>
                <a:uFill>
                  <a:solidFill>
                    <a:srgbClr val="000000"/>
                  </a:solidFill>
                </a:uFill>
                <a:latin typeface="Times New Roman"/>
                <a:ea typeface="Times New Roman"/>
                <a:cs typeface="Times New Roman"/>
                <a:sym typeface="Times New Roman"/>
              </a:defRPr>
            </a:lvl4pPr>
            <a:lvl5pPr defTabSz="370331">
              <a:spcBef>
                <a:spcPts val="800"/>
              </a:spcBef>
              <a:tabLst>
                <a:tab pos="215900" algn="l"/>
              </a:tabLst>
              <a:defRPr>
                <a:uFill>
                  <a:solidFill>
                    <a:srgbClr val="000000"/>
                  </a:solidFill>
                </a:u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1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69725" y="312537"/>
            <a:ext cx="7804550" cy="1518050"/>
          </a:xfrm>
          <a:prstGeom prst="rect">
            <a:avLst/>
          </a:prstGeom>
          <a:ln w="12700">
            <a:miter lim="400000"/>
          </a:ln>
          <a:extLst>
            <a:ext uri="{C572A759-6A51-4108-AA02-DFA0A04FC94B}">
              <ma14:wrappingTextBoxFlag xmlns:ma14="http://schemas.microsoft.com/office/mac/drawingml/2011/main" val="1"/>
            </a:ext>
          </a:extLst>
        </p:spPr>
        <p:txBody>
          <a:bodyPr lIns="35716" tIns="35716" rIns="35716" bIns="35716" anchor="ctr">
            <a:normAutofit fontScale="100000" lnSpcReduction="0"/>
          </a:bodyPr>
          <a:lstStyle/>
          <a:p>
            <a:pPr/>
            <a:r>
              <a:t>Title Text</a:t>
            </a:r>
          </a:p>
        </p:txBody>
      </p:sp>
      <p:sp>
        <p:nvSpPr>
          <p:cNvPr id="3" name="Body Level One…"/>
          <p:cNvSpPr txBox="1"/>
          <p:nvPr>
            <p:ph type="body" idx="1"/>
          </p:nvPr>
        </p:nvSpPr>
        <p:spPr>
          <a:xfrm>
            <a:off x="669725" y="1830583"/>
            <a:ext cx="7804550" cy="4420200"/>
          </a:xfrm>
          <a:prstGeom prst="rect">
            <a:avLst/>
          </a:prstGeom>
          <a:ln w="12700">
            <a:miter lim="400000"/>
          </a:ln>
          <a:extLst>
            <a:ext uri="{C572A759-6A51-4108-AA02-DFA0A04FC94B}">
              <ma14:wrappingTextBoxFlag xmlns:ma14="http://schemas.microsoft.com/office/mac/drawingml/2011/main" val="1"/>
            </a:ext>
          </a:extLst>
        </p:spPr>
        <p:txBody>
          <a:bodyPr lIns="35716" tIns="35716" rIns="35716" bIns="35716"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40733" y="6505277"/>
            <a:ext cx="253604" cy="249235"/>
          </a:xfrm>
          <a:prstGeom prst="rect">
            <a:avLst/>
          </a:prstGeom>
          <a:ln w="12700">
            <a:miter lim="400000"/>
          </a:ln>
        </p:spPr>
        <p:txBody>
          <a:bodyPr wrap="none" lIns="35716" tIns="35716" rIns="35716" bIns="35716">
            <a:spAutoFit/>
          </a:bodyPr>
          <a:lstStyle>
            <a:lvl1pPr algn="ctr" defTabSz="410763">
              <a:spcBef>
                <a:spcPts val="0"/>
              </a:spcBef>
              <a:defRPr b="0" sz="1200">
                <a:uFillTx/>
                <a:latin typeface="Helvetica Light"/>
                <a:ea typeface="Helvetica Light"/>
                <a:cs typeface="Helvetica Light"/>
                <a:sym typeface="Helvetica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1pPr>
      <a:lvl2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2pPr>
      <a:lvl3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3pPr>
      <a:lvl4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4pPr>
      <a:lvl5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5pPr>
      <a:lvl6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6pPr>
      <a:lvl7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7pPr>
      <a:lvl8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8pPr>
      <a:lvl9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9pPr>
    </p:titleStyle>
    <p:bodyStyle>
      <a:lvl1pPr marL="296333" marR="0" indent="-296333"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1pPr>
      <a:lvl2pPr marL="740832"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2pPr>
      <a:lvl3pPr marL="1185332"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3pPr>
      <a:lvl4pPr marL="1629833"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4pPr>
      <a:lvl5pPr marL="2074333" marR="0" indent="-296333"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5pPr>
      <a:lvl6pPr marL="25908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6pPr>
      <a:lvl7pPr marL="30480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7pPr>
      <a:lvl8pPr marL="35052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8pPr>
      <a:lvl9pPr marL="39624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9pPr>
    </p:bodyStyle>
    <p:otherStyle>
      <a:lvl1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1pPr>
      <a:lvl2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2pPr>
      <a:lvl3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3pPr>
      <a:lvl4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4pPr>
      <a:lvl5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5pPr>
      <a:lvl6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6pPr>
      <a:lvl7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7pPr>
      <a:lvl8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8pPr>
      <a:lvl9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en.wikipedia.org/wiki/J._Bradford_DeLong" TargetMode="External"/><Relationship Id="rId4" Type="http://schemas.openxmlformats.org/officeDocument/2006/relationships/image" Target="../media/image1.tif"/><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t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About the Course"/>
          <p:cNvSpPr txBox="1"/>
          <p:nvPr>
            <p:ph type="title" idx="4294967295"/>
          </p:nvPr>
        </p:nvSpPr>
        <p:spPr>
          <a:xfrm>
            <a:off x="112563" y="-3"/>
            <a:ext cx="8890001" cy="1143001"/>
          </a:xfrm>
          <a:prstGeom prst="rect">
            <a:avLst/>
          </a:prstGeom>
        </p:spPr>
        <p:txBody>
          <a:bodyPr lIns="45718" tIns="45718" rIns="45718" bIns="45718"/>
          <a:lstStyle/>
          <a:p>
            <a:pPr defTabSz="196596">
              <a:defRPr sz="3440"/>
            </a:pPr>
            <a:r>
              <a:t>Zoom Session for Module 1. Themes: Big Ideas of 20</a:t>
            </a:r>
            <a:r>
              <a:rPr baseline="31999"/>
              <a:t>th</a:t>
            </a:r>
            <a:r>
              <a:t> Century History</a:t>
            </a:r>
          </a:p>
        </p:txBody>
      </p:sp>
      <p:sp>
        <p:nvSpPr>
          <p:cNvPr id="136" name="The long 20th century will in all likelihood be seen in the future as the watershed in human experience:…"/>
          <p:cNvSpPr txBox="1"/>
          <p:nvPr/>
        </p:nvSpPr>
        <p:spPr>
          <a:xfrm>
            <a:off x="112563" y="1142997"/>
            <a:ext cx="4937589" cy="54731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marL="457200" indent="-457200" defTabSz="410764">
              <a:spcBef>
                <a:spcPts val="1200"/>
              </a:spcBef>
              <a:buSzPct val="100000"/>
              <a:buAutoNum type="arabicPeriod" startAt="1"/>
              <a:defRPr b="0">
                <a:uFillTx/>
                <a:latin typeface="Times New Roman"/>
                <a:ea typeface="Times New Roman"/>
                <a:cs typeface="Times New Roman"/>
                <a:sym typeface="Times New Roman"/>
              </a:defRPr>
            </a:pPr>
            <a:r>
              <a:t>History overwhelmingly economic…</a:t>
            </a:r>
          </a:p>
          <a:p>
            <a:pPr marL="457200" indent="-457200" defTabSz="410764">
              <a:spcBef>
                <a:spcPts val="1200"/>
              </a:spcBef>
              <a:buSzPct val="100000"/>
              <a:buAutoNum type="arabicPeriod" startAt="1"/>
              <a:defRPr b="0">
                <a:uFillTx/>
                <a:latin typeface="Times New Roman"/>
                <a:ea typeface="Times New Roman"/>
                <a:cs typeface="Times New Roman"/>
                <a:sym typeface="Times New Roman"/>
              </a:defRPr>
            </a:pPr>
            <a:r>
              <a:t>Material wealth explodes beyond all previous imagining…</a:t>
            </a:r>
          </a:p>
          <a:p>
            <a:pPr marL="457200" indent="-457200" defTabSz="410764">
              <a:spcBef>
                <a:spcPts val="1200"/>
              </a:spcBef>
              <a:buSzPct val="100000"/>
              <a:buAutoNum type="arabicPeriod" startAt="1"/>
              <a:defRPr b="0">
                <a:uFillTx/>
                <a:latin typeface="Times New Roman"/>
                <a:ea typeface="Times New Roman"/>
                <a:cs typeface="Times New Roman"/>
                <a:sym typeface="Times New Roman"/>
              </a:defRPr>
            </a:pPr>
            <a:r>
              <a:t>Health, long life, &amp; their consequences—feminism…</a:t>
            </a:r>
          </a:p>
          <a:p>
            <a:pPr marL="457200" indent="-457200" defTabSz="410764">
              <a:spcBef>
                <a:spcPts val="1200"/>
              </a:spcBef>
              <a:buSzPct val="100000"/>
              <a:buAutoNum type="arabicPeriod" startAt="1"/>
              <a:defRPr b="0">
                <a:uFillTx/>
                <a:latin typeface="Times New Roman"/>
                <a:ea typeface="Times New Roman"/>
                <a:cs typeface="Times New Roman"/>
                <a:sym typeface="Times New Roman"/>
              </a:defRPr>
            </a:pPr>
            <a:r>
              <a:t>That nevertheless a lot went wrong: tyranny, inequality, depression…</a:t>
            </a:r>
          </a:p>
        </p:txBody>
      </p:sp>
      <p:pic>
        <p:nvPicPr>
          <p:cNvPr id="137" name="Image" descr="Image">
            <a:hlinkClick r:id="rId3" invalidUrl="" action="" tgtFrame="" tooltip="" history="1" highlightClick="0" endSnd="0"/>
          </p:cNvPr>
          <p:cNvPicPr>
            <a:picLocks noChangeAspect="1"/>
          </p:cNvPicPr>
          <p:nvPr/>
        </p:nvPicPr>
        <p:blipFill>
          <a:blip r:embed="rId4">
            <a:extLst/>
          </a:blip>
          <a:srcRect l="0" t="0" r="0" b="40107"/>
          <a:stretch>
            <a:fillRect/>
          </a:stretch>
        </p:blipFill>
        <p:spPr>
          <a:xfrm>
            <a:off x="5096265" y="4245805"/>
            <a:ext cx="3832265" cy="2295229"/>
          </a:xfrm>
          <a:prstGeom prst="rect">
            <a:avLst/>
          </a:prstGeom>
          <a:ln w="12700">
            <a:miter lim="400000"/>
          </a:ln>
        </p:spPr>
      </p:pic>
      <p:pic>
        <p:nvPicPr>
          <p:cNvPr id="138" name="Image" descr="Image"/>
          <p:cNvPicPr>
            <a:picLocks noChangeAspect="1"/>
          </p:cNvPicPr>
          <p:nvPr/>
        </p:nvPicPr>
        <p:blipFill>
          <a:blip r:embed="rId5">
            <a:extLst/>
          </a:blip>
          <a:stretch>
            <a:fillRect/>
          </a:stretch>
        </p:blipFill>
        <p:spPr>
          <a:xfrm>
            <a:off x="4839137" y="1045261"/>
            <a:ext cx="4163427" cy="3071204"/>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About the Course"/>
          <p:cNvSpPr txBox="1"/>
          <p:nvPr>
            <p:ph type="title" idx="4294967295"/>
          </p:nvPr>
        </p:nvSpPr>
        <p:spPr>
          <a:xfrm>
            <a:off x="112563" y="-3"/>
            <a:ext cx="8890001" cy="1143001"/>
          </a:xfrm>
          <a:prstGeom prst="rect">
            <a:avLst/>
          </a:prstGeom>
        </p:spPr>
        <p:txBody>
          <a:bodyPr lIns="45718" tIns="45718" rIns="45718" bIns="45718"/>
          <a:lstStyle>
            <a:lvl1pPr defTabSz="393192">
              <a:defRPr sz="6880"/>
            </a:lvl1pPr>
          </a:lstStyle>
          <a:p>
            <a:pPr/>
            <a:r>
              <a:t>Watersheds…</a:t>
            </a:r>
          </a:p>
        </p:txBody>
      </p:sp>
      <p:sp>
        <p:nvSpPr>
          <p:cNvPr id="143" name="The long 20th century will in all likelihood be seen in the future as the watershed in human experience:…"/>
          <p:cNvSpPr txBox="1"/>
          <p:nvPr/>
        </p:nvSpPr>
        <p:spPr>
          <a:xfrm>
            <a:off x="112563" y="1142997"/>
            <a:ext cx="8890001" cy="54731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pPr>
            <a:r>
              <a:t>-1000 the "axial age”, the knitting together of the middle east and eurasia and a big acceleration of economic growth</a:t>
            </a:r>
          </a:p>
          <a:p>
            <a: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pPr>
            <a:r>
              <a:t>150-250 “dark ages”</a:t>
            </a:r>
          </a:p>
          <a:p>
            <a: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pPr>
            <a:r>
              <a:t>1500: Commercial Revolution: rate of growth of the value of the stock of useful ideas about technology and organization jumps from 0.03% —&gt; 0.14/year…</a:t>
            </a:r>
          </a:p>
          <a:p>
            <a: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pPr>
            <a:r>
              <a:t>1770: Industrial Revolution: 0.14% —&gt; 0.44%/year; concentrated in what will become the "global north" call it</a:t>
            </a:r>
          </a:p>
          <a:p>
            <a: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pPr>
            <a:r>
              <a:t>1870: Modern Economic Growth: 0.44% —&gt; 2.06%/year; superconcentrated…</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About the Course"/>
          <p:cNvSpPr txBox="1"/>
          <p:nvPr>
            <p:ph type="title" idx="4294967295"/>
          </p:nvPr>
        </p:nvSpPr>
        <p:spPr>
          <a:xfrm>
            <a:off x="112563" y="-3"/>
            <a:ext cx="8890001" cy="1143001"/>
          </a:xfrm>
          <a:prstGeom prst="rect">
            <a:avLst/>
          </a:prstGeom>
        </p:spPr>
        <p:txBody>
          <a:bodyPr lIns="45718" tIns="45718" rIns="45718" bIns="45718"/>
          <a:lstStyle>
            <a:lvl1pPr defTabSz="393192">
              <a:defRPr sz="6880"/>
            </a:lvl1pPr>
          </a:lstStyle>
          <a:p>
            <a:pPr/>
            <a:r>
              <a:t>Watersheds…</a:t>
            </a:r>
          </a:p>
        </p:txBody>
      </p:sp>
      <p:sp>
        <p:nvSpPr>
          <p:cNvPr id="148" name="The long 20th century will in all likelihood be seen in the future as the watershed in human experience:…"/>
          <p:cNvSpPr txBox="1"/>
          <p:nvPr/>
        </p:nvSpPr>
        <p:spPr>
          <a:xfrm>
            <a:off x="112563" y="1142997"/>
            <a:ext cx="8890001" cy="54731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lvl1pPr marL="457200" indent="-457200" defTabSz="410764">
              <a:spcBef>
                <a:spcPts val="1200"/>
              </a:spcBef>
              <a:buSzPct val="100000"/>
              <a:buAutoNum type="arabicPeriod" startAt="1"/>
              <a:defRPr b="0" sz="2600">
                <a:uFillTx/>
                <a:latin typeface="Times New Roman"/>
                <a:ea typeface="Times New Roman"/>
                <a:cs typeface="Times New Roman"/>
                <a:sym typeface="Times New Roman"/>
              </a:defRPr>
            </a:lvl1pPr>
          </a:lstStyle>
          <a:p>
            <a:pPr/>
            <a:r>
              <a:t>Ask Zach, ask Robert Skidelsky, about whether Keynes was trying to talk himself into optimism…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About the Course"/>
          <p:cNvSpPr txBox="1"/>
          <p:nvPr>
            <p:ph type="title" idx="4294967295"/>
          </p:nvPr>
        </p:nvSpPr>
        <p:spPr>
          <a:xfrm>
            <a:off x="112563" y="-3"/>
            <a:ext cx="8890001" cy="1143001"/>
          </a:xfrm>
          <a:prstGeom prst="rect">
            <a:avLst/>
          </a:prstGeom>
        </p:spPr>
        <p:txBody>
          <a:bodyPr lIns="45718" tIns="45718" rIns="45718" bIns="45718"/>
          <a:lstStyle>
            <a:lvl1pPr defTabSz="324611">
              <a:defRPr sz="5680"/>
            </a:lvl1pPr>
          </a:lstStyle>
          <a:p>
            <a:pPr/>
            <a:r>
              <a:t>A World About the First…</a:t>
            </a:r>
          </a:p>
        </p:txBody>
      </p:sp>
      <p:sp>
        <p:nvSpPr>
          <p:cNvPr id="153" name="The long 20th century will in all likelihood be seen in the future as the watershed in human experience:…"/>
          <p:cNvSpPr txBox="1"/>
          <p:nvPr/>
        </p:nvSpPr>
        <p:spPr>
          <a:xfrm>
            <a:off x="112563" y="1142997"/>
            <a:ext cx="8890001" cy="54731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marL="457200" indent="-457200" defTabSz="410764">
              <a:spcBef>
                <a:spcPts val="1200"/>
              </a:spcBef>
              <a:buSzPct val="100000"/>
              <a:buChar char="•"/>
              <a:defRPr b="0" sz="3600">
                <a:uFillTx/>
                <a:latin typeface="Times New Roman"/>
                <a:ea typeface="Times New Roman"/>
                <a:cs typeface="Times New Roman"/>
                <a:sym typeface="Times New Roman"/>
              </a:defRPr>
            </a:pPr>
            <a:r>
              <a:t>Before 1800 or so history not substantially economic…</a:t>
            </a:r>
          </a:p>
          <a:p>
            <a:pPr marL="457200" indent="-457200" defTabSz="410764">
              <a:spcBef>
                <a:spcPts val="1200"/>
              </a:spcBef>
              <a:buSzPct val="100000"/>
              <a:buChar char="•"/>
              <a:defRPr b="0" sz="3600">
                <a:uFillTx/>
                <a:latin typeface="Times New Roman"/>
                <a:ea typeface="Times New Roman"/>
                <a:cs typeface="Times New Roman"/>
                <a:sym typeface="Times New Roman"/>
              </a:defRPr>
            </a:pPr>
            <a:r>
              <a:t>Before 1870 or so history not primarily economic…</a:t>
            </a:r>
          </a:p>
          <a:p>
            <a:pPr marL="457200" indent="-457200" defTabSz="410764">
              <a:spcBef>
                <a:spcPts val="1200"/>
              </a:spcBef>
              <a:buSzPct val="100000"/>
              <a:buChar char="•"/>
              <a:defRPr b="0" sz="3600">
                <a:uFillTx/>
                <a:latin typeface="Times New Roman"/>
                <a:ea typeface="Times New Roman"/>
                <a:cs typeface="Times New Roman"/>
                <a:sym typeface="Times New Roman"/>
              </a:defRPr>
            </a:pPr>
            <a:r>
              <a:t>Back then, history was:</a:t>
            </a:r>
          </a:p>
          <a:p>
            <a:pPr lvl="1" marL="965200" indent="-457200" defTabSz="410764">
              <a:spcBef>
                <a:spcPts val="1200"/>
              </a:spcBef>
              <a:buSzPct val="100000"/>
              <a:buChar char="•"/>
              <a:defRPr b="0" sz="3600">
                <a:uFillTx/>
                <a:latin typeface="Times New Roman"/>
                <a:ea typeface="Times New Roman"/>
                <a:cs typeface="Times New Roman"/>
                <a:sym typeface="Times New Roman"/>
              </a:defRPr>
            </a:pPr>
            <a:r>
              <a:t>Religious or intellectual or political or cultural</a:t>
            </a:r>
          </a:p>
          <a:p>
            <a:pPr marL="457200" indent="-457200" defTabSz="410764">
              <a:spcBef>
                <a:spcPts val="1200"/>
              </a:spcBef>
              <a:buSzPct val="100000"/>
              <a:buChar char="•"/>
              <a:defRPr b="0" sz="3600">
                <a:uFillTx/>
                <a:latin typeface="Times New Roman"/>
                <a:ea typeface="Times New Roman"/>
                <a:cs typeface="Times New Roman"/>
                <a:sym typeface="Times New Roman"/>
              </a:defRPr>
            </a:pPr>
            <a:r>
              <a:t>Since 1870 history has been primarily economic…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About the Course"/>
          <p:cNvSpPr txBox="1"/>
          <p:nvPr>
            <p:ph type="title" idx="4294967295"/>
          </p:nvPr>
        </p:nvSpPr>
        <p:spPr>
          <a:xfrm>
            <a:off x="112563" y="-3"/>
            <a:ext cx="8890001" cy="1143001"/>
          </a:xfrm>
          <a:prstGeom prst="rect">
            <a:avLst/>
          </a:prstGeom>
        </p:spPr>
        <p:txBody>
          <a:bodyPr lIns="45718" tIns="45718" rIns="45718" bIns="45718"/>
          <a:lstStyle>
            <a:lvl1pPr defTabSz="406908">
              <a:defRPr sz="6942"/>
            </a:lvl1pPr>
          </a:lstStyle>
          <a:p>
            <a:pPr/>
            <a:r>
              <a:t>A Fifth Big Idea</a:t>
            </a:r>
          </a:p>
        </p:txBody>
      </p:sp>
      <p:sp>
        <p:nvSpPr>
          <p:cNvPr id="158" name="The long 20th century will in all likelihood be seen in the future as the watershed in human experience:…"/>
          <p:cNvSpPr txBox="1"/>
          <p:nvPr/>
        </p:nvSpPr>
        <p:spPr>
          <a:xfrm>
            <a:off x="112562" y="1142997"/>
            <a:ext cx="8890002" cy="54731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marL="431800" indent="-431800" defTabSz="410764">
              <a:spcBef>
                <a:spcPts val="1200"/>
              </a:spcBef>
              <a:buSzPct val="100000"/>
              <a:buChar char="•"/>
              <a:defRPr b="0" sz="3400">
                <a:uFillTx/>
                <a:latin typeface="Times New Roman"/>
                <a:ea typeface="Times New Roman"/>
                <a:cs typeface="Times New Roman"/>
                <a:sym typeface="Times New Roman"/>
              </a:defRPr>
            </a:pPr>
            <a:r>
              <a:t>We are rich! Where is our utopia?</a:t>
            </a:r>
          </a:p>
          <a:p>
            <a:pPr defTabSz="410764">
              <a:spcBef>
                <a:spcPts val="1200"/>
              </a:spcBef>
              <a:defRPr b="0" sz="1600">
                <a:uFillTx/>
                <a:latin typeface="Times New Roman"/>
                <a:ea typeface="Times New Roman"/>
                <a:cs typeface="Times New Roman"/>
                <a:sym typeface="Times New Roman"/>
              </a:defRPr>
            </a:pPr>
          </a:p>
          <a:p>
            <a:pPr defTabSz="410764">
              <a:spcBef>
                <a:spcPts val="1200"/>
              </a:spcBef>
              <a:defRPr b="0" sz="1600">
                <a:uFillTx/>
                <a:latin typeface="Times New Roman"/>
                <a:ea typeface="Times New Roman"/>
                <a:cs typeface="Times New Roman"/>
                <a:sym typeface="Times New Roman"/>
              </a:defRPr>
            </a:pPr>
            <a:r>
              <a:rPr b="1"/>
              <a:t>William Butler Yeats</a:t>
            </a:r>
            <a:r>
              <a:t>: </a:t>
            </a:r>
            <a:r>
              <a:rPr i="1"/>
              <a:t>The Second Coming</a:t>
            </a:r>
            <a:r>
              <a:t>:</a:t>
            </a:r>
          </a:p>
          <a:p>
            <a:pPr defTabSz="410764">
              <a:spcBef>
                <a:spcPts val="700"/>
              </a:spcBef>
              <a:defRPr b="0" sz="1600">
                <a:uFillTx/>
                <a:latin typeface="Times New Roman"/>
                <a:ea typeface="Times New Roman"/>
                <a:cs typeface="Times New Roman"/>
                <a:sym typeface="Times New Roman"/>
              </a:defRPr>
            </a:pPr>
            <a:r>
              <a:t>Turning and turning in the widening gyre</a:t>
            </a:r>
            <a:br/>
            <a:r>
              <a:t>The falcon cannot hear the falconer;</a:t>
            </a:r>
            <a:br/>
            <a:r>
              <a:t>Things fall apart; the centre cannot hold;</a:t>
            </a:r>
            <a:br/>
            <a:r>
              <a:t>Mere anarchy is loosed upon the world….</a:t>
            </a:r>
          </a:p>
          <a:p>
            <a:pPr defTabSz="410764">
              <a:spcBef>
                <a:spcPts val="700"/>
              </a:spcBef>
              <a:defRPr b="0" sz="1600">
                <a:uFillTx/>
                <a:latin typeface="Times New Roman"/>
                <a:ea typeface="Times New Roman"/>
                <a:cs typeface="Times New Roman"/>
                <a:sym typeface="Times New Roman"/>
              </a:defRPr>
            </a:pPr>
          </a:p>
          <a:p>
            <a:pPr defTabSz="410764">
              <a:spcBef>
                <a:spcPts val="700"/>
              </a:spcBef>
              <a:defRPr b="0" sz="1600">
                <a:uFillTx/>
                <a:latin typeface="Times New Roman"/>
                <a:ea typeface="Times New Roman"/>
                <a:cs typeface="Times New Roman"/>
                <a:sym typeface="Times New Roman"/>
              </a:defRPr>
            </a:pPr>
            <a:r>
              <a:t>Surely some revelation is at hand;</a:t>
            </a:r>
            <a:br/>
            <a:r>
              <a:t>Surely the Second Coming is at hand….</a:t>
            </a:r>
            <a:br/>
            <a:r>
              <a:t>A shape with lion body and the head of a man,</a:t>
            </a:r>
            <a:br/>
            <a:r>
              <a:t>A gaze blank and pitiless as the sun…</a:t>
            </a:r>
            <a:br/>
            <a:r>
              <a:t>The darkness drops again; but now I know</a:t>
            </a:r>
            <a:br/>
            <a:r>
              <a:t>That twenty centuries of stony sleep</a:t>
            </a:r>
            <a:br/>
            <a:r>
              <a:t>Were vexed to nightmare by a rocking cradle,</a:t>
            </a:r>
            <a:br/>
            <a:r>
              <a:t>And what rough beast, its hour come round at last,</a:t>
            </a:r>
            <a:br/>
            <a:r>
              <a:t>Slouches towards Bethlehem to be born?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Catch Our Breath…"/>
          <p:cNvSpPr txBox="1"/>
          <p:nvPr>
            <p:ph type="title"/>
          </p:nvPr>
        </p:nvSpPr>
        <p:spPr>
          <a:xfrm>
            <a:off x="127482" y="0"/>
            <a:ext cx="8890001" cy="1143001"/>
          </a:xfrm>
          <a:prstGeom prst="rect">
            <a:avLst/>
          </a:prstGeom>
        </p:spPr>
        <p:txBody>
          <a:bodyPr/>
          <a:lstStyle>
            <a:lvl1pPr defTabSz="406908">
              <a:defRPr sz="7119"/>
            </a:lvl1pPr>
          </a:lstStyle>
          <a:p>
            <a:pPr/>
            <a:r>
              <a:t>Catch Our Breath…</a:t>
            </a:r>
          </a:p>
        </p:txBody>
      </p:sp>
      <p:sp>
        <p:nvSpPr>
          <p:cNvPr id="163" name="Ask a couple of questions?…"/>
          <p:cNvSpPr txBox="1"/>
          <p:nvPr>
            <p:ph type="body" sz="half" idx="1"/>
          </p:nvPr>
        </p:nvSpPr>
        <p:spPr>
          <a:xfrm>
            <a:off x="127482" y="1143000"/>
            <a:ext cx="4445001" cy="5397500"/>
          </a:xfrm>
          <a:prstGeom prst="rect">
            <a:avLst/>
          </a:prstGeom>
        </p:spPr>
        <p:txBody>
          <a:bodyPr anchor="t"/>
          <a:lstStyle/>
          <a:p>
            <a:pPr marL="457200" indent="-457200">
              <a:spcBef>
                <a:spcPts val="1600"/>
              </a:spcBef>
              <a:buSzPct val="100000"/>
              <a:defRPr>
                <a:latin typeface="Times New Roman"/>
                <a:ea typeface="Times New Roman"/>
                <a:cs typeface="Times New Roman"/>
                <a:sym typeface="Times New Roman"/>
              </a:defRPr>
            </a:pPr>
            <a:r>
              <a:t>Ask a couple of questions? </a:t>
            </a:r>
          </a:p>
          <a:p>
            <a:pPr marL="457200" indent="-457200">
              <a:spcBef>
                <a:spcPts val="1600"/>
              </a:spcBef>
              <a:buSzPct val="100000"/>
              <a:defRPr>
                <a:latin typeface="Times New Roman"/>
                <a:ea typeface="Times New Roman"/>
                <a:cs typeface="Times New Roman"/>
                <a:sym typeface="Times New Roman"/>
              </a:defRPr>
            </a:pPr>
            <a:r>
              <a:t>Make a couple of comments?</a:t>
            </a:r>
          </a:p>
          <a:p>
            <a:pPr marL="457200" indent="-457200">
              <a:spcBef>
                <a:spcPts val="1600"/>
              </a:spcBef>
              <a:buSzPct val="100000"/>
              <a:defRPr>
                <a:latin typeface="Times New Roman"/>
                <a:ea typeface="Times New Roman"/>
                <a:cs typeface="Times New Roman"/>
                <a:sym typeface="Times New Roman"/>
              </a:defRPr>
            </a:pPr>
            <a:r>
              <a:t>Any more readings to recommend?</a:t>
            </a:r>
          </a:p>
          <a:p>
            <a:pPr marL="0" indent="0">
              <a:spcBef>
                <a:spcPts val="1600"/>
              </a:spcBef>
              <a:buSzTx/>
              <a:buNone/>
              <a:defRPr>
                <a:latin typeface="Times New Roman"/>
                <a:ea typeface="Times New Roman"/>
                <a:cs typeface="Times New Roman"/>
                <a:sym typeface="Times New Roman"/>
              </a:defRPr>
            </a:pPr>
          </a:p>
          <a:p>
            <a:pPr marL="0" indent="0">
              <a:spcBef>
                <a:spcPts val="1600"/>
              </a:spcBef>
              <a:buSzTx/>
              <a:buNone/>
              <a:defRPr>
                <a:latin typeface="Times New Roman"/>
                <a:ea typeface="Times New Roman"/>
                <a:cs typeface="Times New Roman"/>
                <a:sym typeface="Times New Roman"/>
              </a:defRPr>
            </a:pPr>
          </a:p>
          <a:p>
            <a:pPr marL="0" indent="0">
              <a:spcBef>
                <a:spcPts val="1600"/>
              </a:spcBef>
              <a:buSzTx/>
              <a:buNone/>
              <a:defRPr>
                <a:latin typeface="Times New Roman"/>
                <a:ea typeface="Times New Roman"/>
                <a:cs typeface="Times New Roman"/>
                <a:sym typeface="Times New Roman"/>
              </a:defRPr>
            </a:pPr>
          </a:p>
          <a:p>
            <a:pPr marL="0" indent="0">
              <a:spcBef>
                <a:spcPts val="1600"/>
              </a:spcBef>
              <a:buSzTx/>
              <a:buNone/>
              <a:defRPr>
                <a:latin typeface="Times New Roman"/>
                <a:ea typeface="Times New Roman"/>
                <a:cs typeface="Times New Roman"/>
                <a:sym typeface="Times New Roman"/>
              </a:defRPr>
            </a:pPr>
          </a:p>
          <a:p>
            <a:pPr marL="0" indent="0">
              <a:spcBef>
                <a:spcPts val="1600"/>
              </a:spcBef>
              <a:buSzTx/>
              <a:buNone/>
              <a:defRPr>
                <a:latin typeface="Times New Roman"/>
                <a:ea typeface="Times New Roman"/>
                <a:cs typeface="Times New Roman"/>
                <a:sym typeface="Times New Roman"/>
              </a:defRPr>
            </a:pPr>
          </a:p>
          <a:p>
            <a:pPr marL="0" indent="0">
              <a:spcBef>
                <a:spcPts val="1600"/>
              </a:spcBef>
              <a:buSzTx/>
              <a:buNone/>
              <a:defRPr sz="1600">
                <a:latin typeface="Times New Roman"/>
                <a:ea typeface="Times New Roman"/>
                <a:cs typeface="Times New Roman"/>
                <a:sym typeface="Times New Roman"/>
              </a:defRPr>
            </a:pPr>
            <a:r>
              <a:t>&lt;&gt;</a:t>
            </a:r>
          </a:p>
        </p:txBody>
      </p:sp>
      <p:pic>
        <p:nvPicPr>
          <p:cNvPr id="164" name="Image" descr="Image"/>
          <p:cNvPicPr>
            <a:picLocks noChangeAspect="1"/>
          </p:cNvPicPr>
          <p:nvPr/>
        </p:nvPicPr>
        <p:blipFill>
          <a:blip r:embed="rId2">
            <a:extLst/>
          </a:blip>
          <a:stretch>
            <a:fillRect/>
          </a:stretch>
        </p:blipFill>
        <p:spPr>
          <a:xfrm>
            <a:off x="4572482" y="1143000"/>
            <a:ext cx="4445001" cy="4444999"/>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0D9"/>
      </a:accent5>
      <a:accent6>
        <a:srgbClr val="AE48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0D9"/>
      </a:accent5>
      <a:accent6>
        <a:srgbClr val="AE48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