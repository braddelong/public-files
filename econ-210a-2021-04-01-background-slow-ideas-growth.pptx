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3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7" name="Shape 3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666699290_02_crop_3159x1892.jpg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65" y="13078832"/>
            <a:ext cx="368573" cy="3810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660384004_1290x1720.jpg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232" sz="11600"/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65" y="13078832"/>
            <a:ext cx="368573" cy="3810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32" sz="116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32" sz="116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32" sz="116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32" sz="116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32" sz="11600"/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b="1" spc="-170" sz="8500"/>
            </a:lvl1pPr>
            <a:lvl2pPr marL="638923" indent="-12700">
              <a:spcBef>
                <a:spcPts val="0"/>
              </a:spcBef>
              <a:buSzTx/>
              <a:buNone/>
              <a:defRPr b="1" spc="-170" sz="8500"/>
            </a:lvl2pPr>
            <a:lvl3pPr marL="638923" indent="444500">
              <a:spcBef>
                <a:spcPts val="0"/>
              </a:spcBef>
              <a:buSzTx/>
              <a:buNone/>
              <a:defRPr b="1" spc="-170" sz="8500"/>
            </a:lvl3pPr>
            <a:lvl4pPr marL="638923" indent="901700">
              <a:spcBef>
                <a:spcPts val="0"/>
              </a:spcBef>
              <a:buSzTx/>
              <a:buNone/>
              <a:defRPr b="1" spc="-170" sz="8500"/>
            </a:lvl4pPr>
            <a:lvl5pPr marL="638923" indent="1358900">
              <a:spcBef>
                <a:spcPts val="0"/>
              </a:spcBef>
              <a:buSzTx/>
              <a:buNone/>
              <a:defRPr b="1" spc="-170" sz="8500"/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Image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Image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Imag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Image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itle Text"/>
          <p:cNvSpPr txBox="1"/>
          <p:nvPr>
            <p:ph type="title"/>
          </p:nvPr>
        </p:nvSpPr>
        <p:spPr>
          <a:xfrm>
            <a:off x="4387451" y="625075"/>
            <a:ext cx="15609097" cy="3036098"/>
          </a:xfrm>
          <a:prstGeom prst="rect">
            <a:avLst/>
          </a:prstGeom>
        </p:spPr>
        <p:txBody>
          <a:bodyPr lIns="71435" tIns="71435" rIns="71435" bIns="71435" anchor="ctr"/>
          <a:lstStyle>
            <a:lvl1pPr algn="ctr" defTabSz="821529">
              <a:lnSpc>
                <a:spcPct val="100000"/>
              </a:lnSpc>
              <a:defRPr b="0" spc="0" sz="10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50" name="Body Level One…"/>
          <p:cNvSpPr txBox="1"/>
          <p:nvPr>
            <p:ph type="body" idx="1"/>
          </p:nvPr>
        </p:nvSpPr>
        <p:spPr>
          <a:xfrm>
            <a:off x="4387451" y="3661169"/>
            <a:ext cx="15609097" cy="8840395"/>
          </a:xfrm>
          <a:prstGeom prst="rect">
            <a:avLst/>
          </a:prstGeom>
        </p:spPr>
        <p:txBody>
          <a:bodyPr lIns="71435" tIns="71435" rIns="71435" bIns="71435" anchor="ctr"/>
          <a:lstStyle>
            <a:lvl1pPr marL="592664" indent="-592664" defTabSz="583286">
              <a:lnSpc>
                <a:spcPct val="100000"/>
              </a:lnSpc>
              <a:spcBef>
                <a:spcPts val="1600"/>
              </a:spcBef>
              <a:buSzPct val="75000"/>
            </a:lvl1pPr>
            <a:lvl2pPr marL="1037164" indent="-592664" defTabSz="583286">
              <a:lnSpc>
                <a:spcPct val="100000"/>
              </a:lnSpc>
              <a:spcBef>
                <a:spcPts val="1600"/>
              </a:spcBef>
              <a:buSzPct val="75000"/>
            </a:lvl2pPr>
            <a:lvl3pPr marL="1481664" indent="-592664" defTabSz="583286">
              <a:lnSpc>
                <a:spcPct val="100000"/>
              </a:lnSpc>
              <a:spcBef>
                <a:spcPts val="1600"/>
              </a:spcBef>
              <a:buSzPct val="75000"/>
            </a:lvl3pPr>
            <a:lvl4pPr marL="1926164" indent="-592664" defTabSz="583286">
              <a:lnSpc>
                <a:spcPct val="100000"/>
              </a:lnSpc>
              <a:spcBef>
                <a:spcPts val="1600"/>
              </a:spcBef>
              <a:buSzPct val="75000"/>
            </a:lvl4pPr>
            <a:lvl5pPr marL="2370664" indent="-592664" defTabSz="583286">
              <a:lnSpc>
                <a:spcPct val="100000"/>
              </a:lnSpc>
              <a:spcBef>
                <a:spcPts val="1600"/>
              </a:spcBef>
              <a:buSzPct val="75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1" name="Slide Number"/>
          <p:cNvSpPr txBox="1"/>
          <p:nvPr>
            <p:ph type="sldNum" sz="quarter" idx="2"/>
          </p:nvPr>
        </p:nvSpPr>
        <p:spPr>
          <a:xfrm>
            <a:off x="11949937" y="13010554"/>
            <a:ext cx="466266" cy="473073"/>
          </a:xfrm>
          <a:prstGeom prst="rect">
            <a:avLst/>
          </a:prstGeom>
        </p:spPr>
        <p:txBody>
          <a:bodyPr lIns="71435" tIns="71435" rIns="71435" bIns="71435" anchor="t"/>
          <a:lstStyle>
            <a:lvl1pPr defTabSz="821529">
              <a:defRPr sz="2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itle Text"/>
          <p:cNvSpPr txBox="1"/>
          <p:nvPr>
            <p:ph type="title"/>
          </p:nvPr>
        </p:nvSpPr>
        <p:spPr>
          <a:xfrm>
            <a:off x="4387451" y="625075"/>
            <a:ext cx="15609097" cy="3036098"/>
          </a:xfrm>
          <a:prstGeom prst="rect">
            <a:avLst/>
          </a:prstGeom>
        </p:spPr>
        <p:txBody>
          <a:bodyPr lIns="71435" tIns="71435" rIns="71435" bIns="71435" anchor="ctr"/>
          <a:lstStyle>
            <a:lvl1pPr algn="ctr" defTabSz="714732">
              <a:lnSpc>
                <a:spcPct val="100000"/>
              </a:lnSpc>
              <a:defRPr spc="0" sz="16000">
                <a:solidFill>
                  <a:srgbClr val="00008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59" name="Body Level One…"/>
          <p:cNvSpPr txBox="1"/>
          <p:nvPr>
            <p:ph type="body" idx="1"/>
          </p:nvPr>
        </p:nvSpPr>
        <p:spPr>
          <a:xfrm>
            <a:off x="4387451" y="3661169"/>
            <a:ext cx="15609097" cy="8840395"/>
          </a:xfrm>
          <a:prstGeom prst="rect">
            <a:avLst/>
          </a:prstGeom>
        </p:spPr>
        <p:txBody>
          <a:bodyPr lIns="71435" tIns="71435" rIns="71435" bIns="71435" anchor="ctr"/>
          <a:lstStyle>
            <a:lvl1pPr marL="543275" indent="-543275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987776" indent="-543276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1432275" indent="-543275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1876775" indent="-543275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2321276" indent="-543276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0" name="Slide Number"/>
          <p:cNvSpPr txBox="1"/>
          <p:nvPr>
            <p:ph type="sldNum" sz="quarter" idx="2"/>
          </p:nvPr>
        </p:nvSpPr>
        <p:spPr>
          <a:xfrm>
            <a:off x="11949937" y="13010554"/>
            <a:ext cx="466266" cy="473073"/>
          </a:xfrm>
          <a:prstGeom prst="rect">
            <a:avLst/>
          </a:prstGeom>
        </p:spPr>
        <p:txBody>
          <a:bodyPr lIns="71435" tIns="71435" rIns="71435" bIns="71435" anchor="t"/>
          <a:lstStyle>
            <a:lvl1pPr defTabSz="821529">
              <a:defRPr sz="2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itle Text"/>
          <p:cNvSpPr txBox="1"/>
          <p:nvPr>
            <p:ph type="title"/>
          </p:nvPr>
        </p:nvSpPr>
        <p:spPr>
          <a:xfrm>
            <a:off x="4387451" y="625077"/>
            <a:ext cx="15609097" cy="3036095"/>
          </a:xfrm>
          <a:prstGeom prst="rect">
            <a:avLst/>
          </a:prstGeom>
        </p:spPr>
        <p:txBody>
          <a:bodyPr lIns="71435" tIns="71435" rIns="71435" bIns="71435" anchor="ctr"/>
          <a:lstStyle>
            <a:lvl1pPr algn="ctr" defTabSz="914400">
              <a:lnSpc>
                <a:spcPct val="100000"/>
              </a:lnSpc>
              <a:defRPr spc="0" sz="11200">
                <a:solidFill>
                  <a:srgbClr val="00008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68" name="Body Level One…"/>
          <p:cNvSpPr txBox="1"/>
          <p:nvPr>
            <p:ph type="body" idx="1"/>
          </p:nvPr>
        </p:nvSpPr>
        <p:spPr>
          <a:xfrm>
            <a:off x="4387451" y="3661169"/>
            <a:ext cx="15609097" cy="8840395"/>
          </a:xfrm>
          <a:prstGeom prst="rect">
            <a:avLst/>
          </a:prstGeom>
        </p:spPr>
        <p:txBody>
          <a:bodyPr lIns="71435" tIns="71435" rIns="71435" bIns="71435" anchor="ctr"/>
          <a:lstStyle>
            <a:lvl1pPr marL="592666" indent="-592666" defTabSz="821529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1037165" indent="-592665" defTabSz="821529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1481665" indent="-592665" defTabSz="821529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1926166" indent="-592666" defTabSz="821529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2370666" indent="-592666" defTabSz="821529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9" name="Slide Number"/>
          <p:cNvSpPr txBox="1"/>
          <p:nvPr>
            <p:ph type="sldNum" sz="quarter" idx="2"/>
          </p:nvPr>
        </p:nvSpPr>
        <p:spPr>
          <a:xfrm>
            <a:off x="11935816" y="13010554"/>
            <a:ext cx="494510" cy="511173"/>
          </a:xfrm>
          <a:prstGeom prst="rect">
            <a:avLst/>
          </a:prstGeom>
        </p:spPr>
        <p:txBody>
          <a:bodyPr lIns="71435" tIns="71435" rIns="71435" bIns="71435" anchor="t"/>
          <a:lstStyle>
            <a:lvl1pPr defTabSz="821529">
              <a:defRPr sz="24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itle Text"/>
          <p:cNvSpPr txBox="1"/>
          <p:nvPr>
            <p:ph type="title"/>
          </p:nvPr>
        </p:nvSpPr>
        <p:spPr>
          <a:xfrm>
            <a:off x="4387451" y="625075"/>
            <a:ext cx="15609097" cy="3036098"/>
          </a:xfrm>
          <a:prstGeom prst="rect">
            <a:avLst/>
          </a:prstGeom>
        </p:spPr>
        <p:txBody>
          <a:bodyPr lIns="71435" tIns="71435" rIns="71435" bIns="71435" anchor="ctr"/>
          <a:lstStyle>
            <a:lvl1pPr algn="ctr" defTabSz="821529">
              <a:lnSpc>
                <a:spcPct val="100000"/>
              </a:lnSpc>
              <a:defRPr b="0" spc="0" sz="10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77" name="Body Level One…"/>
          <p:cNvSpPr txBox="1"/>
          <p:nvPr>
            <p:ph type="body" idx="1"/>
          </p:nvPr>
        </p:nvSpPr>
        <p:spPr>
          <a:xfrm>
            <a:off x="4387451" y="3661169"/>
            <a:ext cx="15609097" cy="8840395"/>
          </a:xfrm>
          <a:prstGeom prst="rect">
            <a:avLst/>
          </a:prstGeom>
        </p:spPr>
        <p:txBody>
          <a:bodyPr lIns="71435" tIns="71435" rIns="71435" bIns="71435" anchor="ctr"/>
          <a:lstStyle>
            <a:lvl1pPr marL="543275" indent="-543275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987776" indent="-543276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1432275" indent="-543275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1876775" indent="-543275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2321276" indent="-543276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8" name="Slide Number"/>
          <p:cNvSpPr txBox="1"/>
          <p:nvPr>
            <p:ph type="sldNum" sz="quarter" idx="2"/>
          </p:nvPr>
        </p:nvSpPr>
        <p:spPr>
          <a:xfrm>
            <a:off x="11949937" y="13010554"/>
            <a:ext cx="466266" cy="473073"/>
          </a:xfrm>
          <a:prstGeom prst="rect">
            <a:avLst/>
          </a:prstGeom>
        </p:spPr>
        <p:txBody>
          <a:bodyPr lIns="71435" tIns="71435" rIns="71435" bIns="71435" anchor="t"/>
          <a:lstStyle>
            <a:lvl1pPr defTabSz="821529">
              <a:defRPr sz="2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itle Text"/>
          <p:cNvSpPr txBox="1"/>
          <p:nvPr>
            <p:ph type="title"/>
          </p:nvPr>
        </p:nvSpPr>
        <p:spPr>
          <a:xfrm>
            <a:off x="4387450" y="625075"/>
            <a:ext cx="15609099" cy="3036098"/>
          </a:xfrm>
          <a:prstGeom prst="rect">
            <a:avLst/>
          </a:prstGeom>
        </p:spPr>
        <p:txBody>
          <a:bodyPr lIns="71433" tIns="71433" rIns="71433" bIns="71433" anchor="ctr"/>
          <a:lstStyle>
            <a:lvl1pPr algn="ctr" defTabSz="914400">
              <a:lnSpc>
                <a:spcPct val="100000"/>
              </a:lnSpc>
              <a:defRPr spc="0" sz="16000">
                <a:solidFill>
                  <a:srgbClr val="8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86" name="Body Level One…"/>
          <p:cNvSpPr txBox="1"/>
          <p:nvPr>
            <p:ph type="body" idx="1"/>
          </p:nvPr>
        </p:nvSpPr>
        <p:spPr>
          <a:xfrm>
            <a:off x="4387450" y="3661167"/>
            <a:ext cx="15609099" cy="8840398"/>
          </a:xfrm>
          <a:prstGeom prst="rect">
            <a:avLst/>
          </a:prstGeom>
        </p:spPr>
        <p:txBody>
          <a:bodyPr lIns="71433" tIns="71433" rIns="71433" bIns="71433" anchor="ctr"/>
          <a:lstStyle>
            <a:lvl1pPr marL="592666" indent="-592666" defTabSz="821527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1037164" indent="-592664" defTabSz="821527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1481664" indent="-592664" defTabSz="821527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1926164" indent="-592663" defTabSz="821527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2370666" indent="-592666" defTabSz="821527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7" name="Slide Number"/>
          <p:cNvSpPr txBox="1"/>
          <p:nvPr>
            <p:ph type="sldNum" sz="quarter" idx="2"/>
          </p:nvPr>
        </p:nvSpPr>
        <p:spPr>
          <a:xfrm>
            <a:off x="11935817" y="13010554"/>
            <a:ext cx="494507" cy="511169"/>
          </a:xfrm>
          <a:prstGeom prst="rect">
            <a:avLst/>
          </a:prstGeom>
        </p:spPr>
        <p:txBody>
          <a:bodyPr lIns="71433" tIns="71433" rIns="71433" bIns="71433" anchor="t"/>
          <a:lstStyle>
            <a:lvl1pPr defTabSz="821527">
              <a:defRPr sz="24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itle Text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ctr" defTabSz="1828800">
              <a:lnSpc>
                <a:spcPct val="100000"/>
              </a:lnSpc>
              <a:defRPr b="0" spc="0" sz="8800"/>
            </a:lvl1pPr>
          </a:lstStyle>
          <a:p>
            <a:pPr/>
            <a:r>
              <a:t>Title Text</a:t>
            </a:r>
          </a:p>
        </p:txBody>
      </p:sp>
      <p:sp>
        <p:nvSpPr>
          <p:cNvPr id="195" name="Body Level One…"/>
          <p:cNvSpPr txBox="1"/>
          <p:nvPr>
            <p:ph type="body" idx="1"/>
          </p:nvPr>
        </p:nvSpPr>
        <p:spPr>
          <a:xfrm>
            <a:off x="3962400" y="3200400"/>
            <a:ext cx="16459200" cy="9051926"/>
          </a:xfrm>
          <a:prstGeom prst="rect">
            <a:avLst/>
          </a:prstGeom>
        </p:spPr>
        <p:txBody>
          <a:bodyPr lIns="91439" tIns="91439" rIns="91439" bIns="91439"/>
          <a:lstStyle>
            <a:lvl1pPr marL="685800" indent="-685800" defTabSz="1828800">
              <a:lnSpc>
                <a:spcPct val="100000"/>
              </a:lnSpc>
              <a:spcBef>
                <a:spcPts val="1500"/>
              </a:spcBef>
              <a:buSzPct val="100000"/>
              <a:buFont typeface="Helvetica"/>
              <a:defRPr sz="6400"/>
            </a:lvl1pPr>
            <a:lvl2pPr marL="1110342" indent="-653142" defTabSz="1828800">
              <a:lnSpc>
                <a:spcPct val="100000"/>
              </a:lnSpc>
              <a:spcBef>
                <a:spcPts val="1500"/>
              </a:spcBef>
              <a:buSzPct val="100000"/>
              <a:buFont typeface="Helvetica"/>
              <a:buChar char="–"/>
              <a:defRPr sz="6400"/>
            </a:lvl2pPr>
            <a:lvl3pPr marL="1524000" defTabSz="1828800">
              <a:lnSpc>
                <a:spcPct val="100000"/>
              </a:lnSpc>
              <a:spcBef>
                <a:spcPts val="1500"/>
              </a:spcBef>
              <a:buSzPct val="100000"/>
              <a:buFont typeface="Helvetica"/>
              <a:defRPr sz="6400"/>
            </a:lvl3pPr>
            <a:lvl4pPr marL="2103120" indent="-731520" defTabSz="1828800">
              <a:lnSpc>
                <a:spcPct val="100000"/>
              </a:lnSpc>
              <a:spcBef>
                <a:spcPts val="1500"/>
              </a:spcBef>
              <a:buSzPct val="100000"/>
              <a:buFont typeface="Helvetica"/>
              <a:buChar char="–"/>
              <a:defRPr sz="6400"/>
            </a:lvl4pPr>
            <a:lvl5pPr marL="2560320" indent="-731520" defTabSz="1828800">
              <a:lnSpc>
                <a:spcPct val="100000"/>
              </a:lnSpc>
              <a:spcBef>
                <a:spcPts val="1500"/>
              </a:spcBef>
              <a:buSzPct val="100000"/>
              <a:buFont typeface="Helvetica"/>
              <a:buChar char="»"/>
              <a:defRPr sz="6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6" name="Slide Number"/>
          <p:cNvSpPr txBox="1"/>
          <p:nvPr>
            <p:ph type="sldNum" sz="quarter" idx="2"/>
          </p:nvPr>
        </p:nvSpPr>
        <p:spPr>
          <a:xfrm>
            <a:off x="19886989" y="12802235"/>
            <a:ext cx="534611" cy="551181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 sz="24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itle Text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ctr" defTabSz="1828800">
              <a:lnSpc>
                <a:spcPct val="100000"/>
              </a:lnSpc>
              <a:defRPr b="0" spc="0" sz="8800"/>
            </a:lvl1pPr>
          </a:lstStyle>
          <a:p>
            <a:pPr/>
            <a:r>
              <a:t>Title Text</a:t>
            </a:r>
          </a:p>
        </p:txBody>
      </p:sp>
      <p:sp>
        <p:nvSpPr>
          <p:cNvPr id="204" name="Body Level One…"/>
          <p:cNvSpPr txBox="1"/>
          <p:nvPr>
            <p:ph type="body" sz="half" idx="1"/>
          </p:nvPr>
        </p:nvSpPr>
        <p:spPr>
          <a:xfrm>
            <a:off x="3962400" y="3200400"/>
            <a:ext cx="8077200" cy="9051926"/>
          </a:xfrm>
          <a:prstGeom prst="rect">
            <a:avLst/>
          </a:prstGeom>
        </p:spPr>
        <p:txBody>
          <a:bodyPr lIns="91439" tIns="91439" rIns="91439" bIns="91439"/>
          <a:lstStyle>
            <a:lvl1pPr marL="685800" indent="-685800" defTabSz="1828800">
              <a:lnSpc>
                <a:spcPct val="100000"/>
              </a:lnSpc>
              <a:spcBef>
                <a:spcPts val="1300"/>
              </a:spcBef>
              <a:buSzPct val="100000"/>
              <a:buFont typeface="Helvetica"/>
              <a:defRPr sz="5600"/>
            </a:lvl1pPr>
            <a:lvl2pPr marL="1123950" indent="-666750" defTabSz="1828800">
              <a:lnSpc>
                <a:spcPct val="100000"/>
              </a:lnSpc>
              <a:spcBef>
                <a:spcPts val="1300"/>
              </a:spcBef>
              <a:buSzPct val="100000"/>
              <a:buFont typeface="Helvetica"/>
              <a:buChar char="–"/>
              <a:defRPr sz="5600"/>
            </a:lvl2pPr>
            <a:lvl3pPr marL="1554479" indent="-640079" defTabSz="1828800">
              <a:lnSpc>
                <a:spcPct val="100000"/>
              </a:lnSpc>
              <a:spcBef>
                <a:spcPts val="1300"/>
              </a:spcBef>
              <a:buSzPct val="100000"/>
              <a:buFont typeface="Helvetica"/>
              <a:defRPr sz="5600"/>
            </a:lvl3pPr>
            <a:lvl4pPr marL="2082800" indent="-711200" defTabSz="1828800">
              <a:lnSpc>
                <a:spcPct val="100000"/>
              </a:lnSpc>
              <a:spcBef>
                <a:spcPts val="1300"/>
              </a:spcBef>
              <a:buSzPct val="100000"/>
              <a:buFont typeface="Helvetica"/>
              <a:buChar char="–"/>
              <a:defRPr sz="5600"/>
            </a:lvl4pPr>
            <a:lvl5pPr marL="2540000" indent="-711200" defTabSz="1828800">
              <a:lnSpc>
                <a:spcPct val="100000"/>
              </a:lnSpc>
              <a:spcBef>
                <a:spcPts val="1300"/>
              </a:spcBef>
              <a:buSzPct val="100000"/>
              <a:buFont typeface="Helvetica"/>
              <a:buChar char="»"/>
              <a:defRPr sz="5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5" name="Slide Number"/>
          <p:cNvSpPr txBox="1"/>
          <p:nvPr>
            <p:ph type="sldNum" sz="quarter" idx="2"/>
          </p:nvPr>
        </p:nvSpPr>
        <p:spPr>
          <a:xfrm>
            <a:off x="19886989" y="12802235"/>
            <a:ext cx="534611" cy="551181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 sz="24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itle Text"/>
          <p:cNvSpPr txBox="1"/>
          <p:nvPr>
            <p:ph type="title"/>
          </p:nvPr>
        </p:nvSpPr>
        <p:spPr>
          <a:xfrm>
            <a:off x="4419600" y="4260850"/>
            <a:ext cx="15544800" cy="2940050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ctr" defTabSz="1828800">
              <a:lnSpc>
                <a:spcPct val="100000"/>
              </a:lnSpc>
              <a:defRPr b="0" spc="0" sz="8800"/>
            </a:lvl1pPr>
          </a:lstStyle>
          <a:p>
            <a:pPr/>
            <a:r>
              <a:t>Title Text</a:t>
            </a:r>
          </a:p>
        </p:txBody>
      </p:sp>
      <p:sp>
        <p:nvSpPr>
          <p:cNvPr id="213" name="Body Level One…"/>
          <p:cNvSpPr txBox="1"/>
          <p:nvPr>
            <p:ph type="body" sz="quarter" idx="1"/>
          </p:nvPr>
        </p:nvSpPr>
        <p:spPr>
          <a:xfrm>
            <a:off x="5791200" y="7772400"/>
            <a:ext cx="12801600" cy="3505200"/>
          </a:xfrm>
          <a:prstGeom prst="rect">
            <a:avLst/>
          </a:prstGeom>
        </p:spPr>
        <p:txBody>
          <a:bodyPr lIns="91439" tIns="91439" rIns="91439" bIns="91439"/>
          <a:lstStyle>
            <a:lvl1pPr marL="0" indent="0" algn="ctr" defTabSz="1828800">
              <a:lnSpc>
                <a:spcPct val="100000"/>
              </a:lnSpc>
              <a:spcBef>
                <a:spcPts val="1500"/>
              </a:spcBef>
              <a:buSzTx/>
              <a:buNone/>
              <a:defRPr sz="6400">
                <a:solidFill>
                  <a:srgbClr val="888888"/>
                </a:solidFill>
              </a:defRPr>
            </a:lvl1pPr>
            <a:lvl2pPr marL="0" indent="457200" algn="ctr" defTabSz="1828800">
              <a:lnSpc>
                <a:spcPct val="100000"/>
              </a:lnSpc>
              <a:spcBef>
                <a:spcPts val="1500"/>
              </a:spcBef>
              <a:buSzTx/>
              <a:buNone/>
              <a:defRPr sz="6400">
                <a:solidFill>
                  <a:srgbClr val="888888"/>
                </a:solidFill>
              </a:defRPr>
            </a:lvl2pPr>
            <a:lvl3pPr marL="0" indent="914400" algn="ctr" defTabSz="1828800">
              <a:lnSpc>
                <a:spcPct val="100000"/>
              </a:lnSpc>
              <a:spcBef>
                <a:spcPts val="1500"/>
              </a:spcBef>
              <a:buSzTx/>
              <a:buNone/>
              <a:defRPr sz="6400">
                <a:solidFill>
                  <a:srgbClr val="888888"/>
                </a:solidFill>
              </a:defRPr>
            </a:lvl3pPr>
            <a:lvl4pPr marL="0" indent="1371600" algn="ctr" defTabSz="1828800">
              <a:lnSpc>
                <a:spcPct val="100000"/>
              </a:lnSpc>
              <a:spcBef>
                <a:spcPts val="1500"/>
              </a:spcBef>
              <a:buSzTx/>
              <a:buNone/>
              <a:defRPr sz="6400">
                <a:solidFill>
                  <a:srgbClr val="888888"/>
                </a:solidFill>
              </a:defRPr>
            </a:lvl4pPr>
            <a:lvl5pPr marL="0" indent="1828800" algn="ctr" defTabSz="1828800">
              <a:lnSpc>
                <a:spcPct val="100000"/>
              </a:lnSpc>
              <a:spcBef>
                <a:spcPts val="1500"/>
              </a:spcBef>
              <a:buSzTx/>
              <a:buNone/>
              <a:defRPr sz="6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4" name="Slide Number"/>
          <p:cNvSpPr txBox="1"/>
          <p:nvPr>
            <p:ph type="sldNum" sz="quarter" idx="2"/>
          </p:nvPr>
        </p:nvSpPr>
        <p:spPr>
          <a:xfrm>
            <a:off x="19886989" y="12802235"/>
            <a:ext cx="534611" cy="551181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 sz="24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itle Text"/>
          <p:cNvSpPr txBox="1"/>
          <p:nvPr>
            <p:ph type="title"/>
          </p:nvPr>
        </p:nvSpPr>
        <p:spPr>
          <a:xfrm>
            <a:off x="4387450" y="625075"/>
            <a:ext cx="15609099" cy="3036098"/>
          </a:xfrm>
          <a:prstGeom prst="rect">
            <a:avLst/>
          </a:prstGeom>
        </p:spPr>
        <p:txBody>
          <a:bodyPr lIns="71433" tIns="71433" rIns="71433" bIns="71433" anchor="ctr"/>
          <a:lstStyle>
            <a:lvl1pPr algn="ctr" defTabSz="914400">
              <a:lnSpc>
                <a:spcPct val="100000"/>
              </a:lnSpc>
              <a:defRPr spc="0" sz="11200">
                <a:solidFill>
                  <a:srgbClr val="00008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22" name="Body Level One…"/>
          <p:cNvSpPr txBox="1"/>
          <p:nvPr>
            <p:ph type="body" idx="1"/>
          </p:nvPr>
        </p:nvSpPr>
        <p:spPr>
          <a:xfrm>
            <a:off x="4387450" y="3661167"/>
            <a:ext cx="15609099" cy="8840398"/>
          </a:xfrm>
          <a:prstGeom prst="rect">
            <a:avLst/>
          </a:prstGeom>
        </p:spPr>
        <p:txBody>
          <a:bodyPr lIns="71433" tIns="71433" rIns="71433" bIns="71433" anchor="ctr"/>
          <a:lstStyle>
            <a:lvl1pPr marL="592666" indent="-592666" defTabSz="821527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1037164" indent="-592664" defTabSz="821527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1481664" indent="-592664" defTabSz="821527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1926164" indent="-592663" defTabSz="821527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2370666" indent="-592666" defTabSz="821527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3" name="Slide Number"/>
          <p:cNvSpPr txBox="1"/>
          <p:nvPr>
            <p:ph type="sldNum" sz="quarter" idx="2"/>
          </p:nvPr>
        </p:nvSpPr>
        <p:spPr>
          <a:xfrm>
            <a:off x="11935817" y="13010554"/>
            <a:ext cx="494507" cy="511169"/>
          </a:xfrm>
          <a:prstGeom prst="rect">
            <a:avLst/>
          </a:prstGeom>
        </p:spPr>
        <p:txBody>
          <a:bodyPr lIns="71433" tIns="71433" rIns="71433" bIns="71433" anchor="t"/>
          <a:lstStyle>
            <a:lvl1pPr defTabSz="821527">
              <a:defRPr sz="24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itle Text"/>
          <p:cNvSpPr txBox="1"/>
          <p:nvPr>
            <p:ph type="title"/>
          </p:nvPr>
        </p:nvSpPr>
        <p:spPr>
          <a:xfrm>
            <a:off x="4387450" y="625074"/>
            <a:ext cx="15609099" cy="3036100"/>
          </a:xfrm>
          <a:prstGeom prst="rect">
            <a:avLst/>
          </a:prstGeom>
        </p:spPr>
        <p:txBody>
          <a:bodyPr lIns="71433" tIns="71433" rIns="71433" bIns="71433" anchor="ctr"/>
          <a:lstStyle>
            <a:lvl1pPr algn="ctr" defTabSz="821527">
              <a:lnSpc>
                <a:spcPct val="100000"/>
              </a:lnSpc>
              <a:defRPr b="0" spc="0" sz="10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31" name="Body Level One…"/>
          <p:cNvSpPr txBox="1"/>
          <p:nvPr>
            <p:ph type="body" idx="1"/>
          </p:nvPr>
        </p:nvSpPr>
        <p:spPr>
          <a:xfrm>
            <a:off x="4387450" y="3661167"/>
            <a:ext cx="15609099" cy="8840398"/>
          </a:xfrm>
          <a:prstGeom prst="rect">
            <a:avLst/>
          </a:prstGeom>
        </p:spPr>
        <p:txBody>
          <a:bodyPr lIns="71433" tIns="71433" rIns="71433" bIns="71433" anchor="ctr"/>
          <a:lstStyle>
            <a:lvl1pPr marL="543274" indent="-543274" defTabSz="821527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987776" indent="-543276" defTabSz="821527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1432274" indent="-543274" defTabSz="821527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1876774" indent="-543274" defTabSz="821527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2321276" indent="-543276" defTabSz="821527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2" name="Slide Number"/>
          <p:cNvSpPr txBox="1"/>
          <p:nvPr>
            <p:ph type="sldNum" sz="quarter" idx="2"/>
          </p:nvPr>
        </p:nvSpPr>
        <p:spPr>
          <a:xfrm>
            <a:off x="11949939" y="13010554"/>
            <a:ext cx="466261" cy="473069"/>
          </a:xfrm>
          <a:prstGeom prst="rect">
            <a:avLst/>
          </a:prstGeom>
        </p:spPr>
        <p:txBody>
          <a:bodyPr lIns="71433" tIns="71433" rIns="71433" bIns="71433" anchor="t"/>
          <a:lstStyle>
            <a:lvl1pPr defTabSz="821527">
              <a:defRPr sz="2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itle Text"/>
          <p:cNvSpPr txBox="1"/>
          <p:nvPr>
            <p:ph type="title"/>
          </p:nvPr>
        </p:nvSpPr>
        <p:spPr>
          <a:xfrm>
            <a:off x="4387450" y="625075"/>
            <a:ext cx="15609099" cy="3036098"/>
          </a:xfrm>
          <a:prstGeom prst="rect">
            <a:avLst/>
          </a:prstGeom>
        </p:spPr>
        <p:txBody>
          <a:bodyPr lIns="71433" tIns="71433" rIns="71433" bIns="71433" anchor="ctr"/>
          <a:lstStyle>
            <a:lvl1pPr algn="ctr" defTabSz="821527">
              <a:lnSpc>
                <a:spcPct val="100000"/>
              </a:lnSpc>
              <a:defRPr spc="0" sz="11200">
                <a:solidFill>
                  <a:srgbClr val="8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40" name="Body Level One…"/>
          <p:cNvSpPr txBox="1"/>
          <p:nvPr>
            <p:ph type="body" idx="1"/>
          </p:nvPr>
        </p:nvSpPr>
        <p:spPr>
          <a:xfrm>
            <a:off x="4387450" y="3661167"/>
            <a:ext cx="15609099" cy="8840398"/>
          </a:xfrm>
          <a:prstGeom prst="rect">
            <a:avLst/>
          </a:prstGeom>
        </p:spPr>
        <p:txBody>
          <a:bodyPr lIns="71433" tIns="71433" rIns="71433" bIns="71433" anchor="ctr"/>
          <a:lstStyle>
            <a:lvl1pPr marL="592666" indent="-592666" defTabSz="821527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1037164" indent="-592664" defTabSz="821527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1481664" indent="-592664" defTabSz="821527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1926164" indent="-592663" defTabSz="821527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2370666" indent="-592666" defTabSz="821527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1" name="Slide Number"/>
          <p:cNvSpPr txBox="1"/>
          <p:nvPr>
            <p:ph type="sldNum" sz="quarter" idx="2"/>
          </p:nvPr>
        </p:nvSpPr>
        <p:spPr>
          <a:xfrm>
            <a:off x="11935817" y="13010554"/>
            <a:ext cx="494507" cy="511169"/>
          </a:xfrm>
          <a:prstGeom prst="rect">
            <a:avLst/>
          </a:prstGeom>
        </p:spPr>
        <p:txBody>
          <a:bodyPr lIns="71433" tIns="71433" rIns="71433" bIns="71433" anchor="t"/>
          <a:lstStyle>
            <a:lvl1pPr defTabSz="821527">
              <a:defRPr sz="24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249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25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lide Title"/>
          <p:cNvSpPr txBox="1"/>
          <p:nvPr>
            <p:ph type="title" hasCustomPrompt="1"/>
          </p:nvPr>
        </p:nvSpPr>
        <p:spPr>
          <a:xfrm>
            <a:off x="3952875" y="2524125"/>
            <a:ext cx="16478250" cy="1074872"/>
          </a:xfrm>
          <a:prstGeom prst="rect">
            <a:avLst/>
          </a:prstGeom>
        </p:spPr>
        <p:txBody>
          <a:bodyPr lIns="38100" tIns="38100" rIns="38100" bIns="38100"/>
          <a:lstStyle>
            <a:lvl1pPr>
              <a:defRPr spc="-168" sz="84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259" name="Slide Subtitle"/>
          <p:cNvSpPr txBox="1"/>
          <p:nvPr>
            <p:ph type="body" sz="quarter" idx="21" hasCustomPrompt="1"/>
          </p:nvPr>
        </p:nvSpPr>
        <p:spPr>
          <a:xfrm>
            <a:off x="3952875" y="3494221"/>
            <a:ext cx="16478250" cy="701086"/>
          </a:xfrm>
          <a:prstGeom prst="rect">
            <a:avLst/>
          </a:prstGeom>
        </p:spPr>
        <p:txBody>
          <a:bodyPr lIns="34289" tIns="34289" rIns="34289" bIns="34289"/>
          <a:lstStyle>
            <a:lvl1pPr marL="0" indent="0" defTabSz="668655">
              <a:lnSpc>
                <a:spcPct val="100000"/>
              </a:lnSpc>
              <a:spcBef>
                <a:spcPts val="0"/>
              </a:spcBef>
              <a:buSzTx/>
              <a:buNone/>
              <a:defRPr b="1" sz="4212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260" name="Body Level One…"/>
          <p:cNvSpPr txBox="1"/>
          <p:nvPr>
            <p:ph type="body" sz="half" idx="1" hasCustomPrompt="1"/>
          </p:nvPr>
        </p:nvSpPr>
        <p:spPr>
          <a:xfrm>
            <a:off x="3952875" y="4900878"/>
            <a:ext cx="16478250" cy="6192009"/>
          </a:xfrm>
          <a:prstGeom prst="rect">
            <a:avLst/>
          </a:prstGeom>
        </p:spPr>
        <p:txBody>
          <a:bodyPr lIns="38100" tIns="38100" rIns="38100" bIns="38100"/>
          <a:lstStyle>
            <a:lvl1pPr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>
              <a:defRPr>
                <a:latin typeface="Helvetica Neue"/>
                <a:ea typeface="Helvetica Neue"/>
                <a:cs typeface="Helvetica Neue"/>
                <a:sym typeface="Helvetica Neue"/>
              </a:defRPr>
            </a:lvl2pPr>
            <a:lvl3pPr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61" name="Slide Number"/>
          <p:cNvSpPr txBox="1"/>
          <p:nvPr>
            <p:ph type="sldNum" sz="quarter" idx="2"/>
          </p:nvPr>
        </p:nvSpPr>
        <p:spPr>
          <a:xfrm>
            <a:off x="12015761" y="11456999"/>
            <a:ext cx="343105" cy="349200"/>
          </a:xfrm>
          <a:prstGeom prst="rect">
            <a:avLst/>
          </a:prstGeom>
        </p:spPr>
        <p:txBody>
          <a:bodyPr lIns="38100" tIns="38100" rIns="38100" bIns="38100"/>
          <a:lstStyle>
            <a:lvl1pPr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Author and Date"/>
          <p:cNvSpPr txBox="1"/>
          <p:nvPr>
            <p:ph type="body" sz="quarter" idx="21" hasCustomPrompt="1"/>
          </p:nvPr>
        </p:nvSpPr>
        <p:spPr>
          <a:xfrm>
            <a:off x="3949005" y="10609397"/>
            <a:ext cx="16478253" cy="477734"/>
          </a:xfrm>
          <a:prstGeom prst="rect">
            <a:avLst/>
          </a:prstGeom>
        </p:spPr>
        <p:txBody>
          <a:bodyPr lIns="34289" tIns="34289" rIns="34289" bIns="34289"/>
          <a:lstStyle>
            <a:lvl1pPr marL="0" indent="0" defTabSz="643889">
              <a:lnSpc>
                <a:spcPct val="100000"/>
              </a:lnSpc>
              <a:spcBef>
                <a:spcPts val="0"/>
              </a:spcBef>
              <a:buSzTx/>
              <a:buNone/>
              <a:defRPr b="1" sz="2807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69" name="Presentation Title"/>
          <p:cNvSpPr txBox="1"/>
          <p:nvPr>
            <p:ph type="title" hasCustomPrompt="1"/>
          </p:nvPr>
        </p:nvSpPr>
        <p:spPr>
          <a:xfrm>
            <a:off x="3952872" y="3645743"/>
            <a:ext cx="16478254" cy="3486151"/>
          </a:xfrm>
          <a:prstGeom prst="rect">
            <a:avLst/>
          </a:prstGeom>
        </p:spPr>
        <p:txBody>
          <a:bodyPr lIns="38100" tIns="38100" rIns="38100" bIns="38100" anchor="b"/>
          <a:lstStyle>
            <a:lvl1pPr>
              <a:defRPr spc="-232" sz="116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70" name="Body Level One…"/>
          <p:cNvSpPr txBox="1"/>
          <p:nvPr>
            <p:ph type="body" sz="quarter" idx="1" hasCustomPrompt="1"/>
          </p:nvPr>
        </p:nvSpPr>
        <p:spPr>
          <a:xfrm>
            <a:off x="3949007" y="7131893"/>
            <a:ext cx="16478251" cy="142875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2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71" name="Slide Number"/>
          <p:cNvSpPr txBox="1"/>
          <p:nvPr>
            <p:ph type="sldNum" sz="quarter" idx="2"/>
          </p:nvPr>
        </p:nvSpPr>
        <p:spPr>
          <a:xfrm>
            <a:off x="12015761" y="11456999"/>
            <a:ext cx="343105" cy="349200"/>
          </a:xfrm>
          <a:prstGeom prst="rect">
            <a:avLst/>
          </a:prstGeom>
        </p:spPr>
        <p:txBody>
          <a:bodyPr lIns="38100" tIns="38100" rIns="38100" bIns="38100"/>
          <a:lstStyle>
            <a:lvl1pPr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itle Text"/>
          <p:cNvSpPr txBox="1"/>
          <p:nvPr>
            <p:ph type="title"/>
          </p:nvPr>
        </p:nvSpPr>
        <p:spPr>
          <a:xfrm>
            <a:off x="4387450" y="625074"/>
            <a:ext cx="15609100" cy="3036100"/>
          </a:xfrm>
          <a:prstGeom prst="rect">
            <a:avLst/>
          </a:prstGeom>
        </p:spPr>
        <p:txBody>
          <a:bodyPr lIns="71432" tIns="71432" rIns="71432" bIns="71432" anchor="ctr"/>
          <a:lstStyle>
            <a:lvl1pPr algn="ctr" defTabSz="914400">
              <a:lnSpc>
                <a:spcPct val="100000"/>
              </a:lnSpc>
              <a:defRPr spc="0" sz="16000">
                <a:solidFill>
                  <a:srgbClr val="8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79" name="Body Level One…"/>
          <p:cNvSpPr txBox="1"/>
          <p:nvPr>
            <p:ph type="body" idx="1"/>
          </p:nvPr>
        </p:nvSpPr>
        <p:spPr>
          <a:xfrm>
            <a:off x="4387450" y="3661166"/>
            <a:ext cx="15609100" cy="8840400"/>
          </a:xfrm>
          <a:prstGeom prst="rect">
            <a:avLst/>
          </a:prstGeom>
        </p:spPr>
        <p:txBody>
          <a:bodyPr lIns="71432" tIns="71432" rIns="71432" bIns="71432" anchor="ctr"/>
          <a:lstStyle>
            <a:lvl1pPr marL="592666" indent="-592666" defTabSz="821526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1037164" indent="-592664" defTabSz="821526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1481664" indent="-592664" defTabSz="821526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1926164" indent="-592663" defTabSz="821526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2370666" indent="-592666" defTabSz="821526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0" name="Slide Number"/>
          <p:cNvSpPr txBox="1"/>
          <p:nvPr>
            <p:ph type="sldNum" sz="quarter" idx="2"/>
          </p:nvPr>
        </p:nvSpPr>
        <p:spPr>
          <a:xfrm>
            <a:off x="11935818" y="13010554"/>
            <a:ext cx="494503" cy="511165"/>
          </a:xfrm>
          <a:prstGeom prst="rect">
            <a:avLst/>
          </a:prstGeom>
        </p:spPr>
        <p:txBody>
          <a:bodyPr lIns="71432" tIns="71432" rIns="71432" bIns="71432" anchor="t"/>
          <a:lstStyle>
            <a:lvl1pPr defTabSz="821526">
              <a:defRPr sz="24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lide Title"/>
          <p:cNvSpPr txBox="1"/>
          <p:nvPr>
            <p:ph type="title" hasCustomPrompt="1"/>
          </p:nvPr>
        </p:nvSpPr>
        <p:spPr>
          <a:xfrm>
            <a:off x="3952874" y="2524124"/>
            <a:ext cx="16478252" cy="1074875"/>
          </a:xfrm>
          <a:prstGeom prst="rect">
            <a:avLst/>
          </a:prstGeom>
        </p:spPr>
        <p:txBody>
          <a:bodyPr lIns="38100" tIns="38100" rIns="38100" bIns="38100"/>
          <a:lstStyle>
            <a:lvl1pPr defTabSz="2438337">
              <a:defRPr spc="-168" sz="84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288" name="Body Level One…"/>
          <p:cNvSpPr txBox="1"/>
          <p:nvPr>
            <p:ph type="body" sz="quarter" idx="1" hasCustomPrompt="1"/>
          </p:nvPr>
        </p:nvSpPr>
        <p:spPr>
          <a:xfrm>
            <a:off x="3952874" y="3494221"/>
            <a:ext cx="16478252" cy="701087"/>
          </a:xfrm>
          <a:prstGeom prst="rect">
            <a:avLst/>
          </a:prstGeom>
        </p:spPr>
        <p:txBody>
          <a:bodyPr lIns="34287" tIns="34287" rIns="34287" bIns="34287"/>
          <a:lstStyle>
            <a:lvl1pPr marL="0" indent="0" defTabSz="660400">
              <a:lnSpc>
                <a:spcPct val="100000"/>
              </a:lnSpc>
              <a:spcBef>
                <a:spcPts val="0"/>
              </a:spcBef>
              <a:buSzTx/>
              <a:buNone/>
              <a:defRPr b="1" sz="4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38386" indent="-493886" defTabSz="660400">
              <a:lnSpc>
                <a:spcPct val="100000"/>
              </a:lnSpc>
              <a:spcBef>
                <a:spcPts val="0"/>
              </a:spcBef>
              <a:buSzPct val="75000"/>
              <a:defRPr b="1" sz="4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82886" indent="-493886" defTabSz="660400">
              <a:lnSpc>
                <a:spcPct val="100000"/>
              </a:lnSpc>
              <a:spcBef>
                <a:spcPts val="0"/>
              </a:spcBef>
              <a:buSzPct val="75000"/>
              <a:defRPr b="1" sz="4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7387" indent="-493886" defTabSz="660400">
              <a:lnSpc>
                <a:spcPct val="100000"/>
              </a:lnSpc>
              <a:spcBef>
                <a:spcPts val="0"/>
              </a:spcBef>
              <a:buSzPct val="75000"/>
              <a:defRPr b="1" sz="4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71888" indent="-493888" defTabSz="660400">
              <a:lnSpc>
                <a:spcPct val="100000"/>
              </a:lnSpc>
              <a:spcBef>
                <a:spcPts val="0"/>
              </a:spcBef>
              <a:buSzPct val="75000"/>
              <a:defRPr b="1" sz="40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89" name="Body Level One…"/>
          <p:cNvSpPr txBox="1"/>
          <p:nvPr>
            <p:ph type="body" sz="half" idx="21" hasCustomPrompt="1"/>
          </p:nvPr>
        </p:nvSpPr>
        <p:spPr>
          <a:xfrm>
            <a:off x="3952874" y="4900877"/>
            <a:ext cx="16478252" cy="6192012"/>
          </a:xfrm>
          <a:prstGeom prst="rect">
            <a:avLst/>
          </a:prstGeom>
        </p:spPr>
        <p:txBody>
          <a:bodyPr lIns="38100" tIns="38100" rIns="38100" bIns="38100"/>
          <a:lstStyle>
            <a:lvl1pPr defTabSz="2438337">
              <a:spcBef>
                <a:spcPts val="4400"/>
              </a:spcBef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Slide bullet text</a:t>
            </a:r>
          </a:p>
        </p:txBody>
      </p:sp>
      <p:sp>
        <p:nvSpPr>
          <p:cNvPr id="290" name="Slide Number"/>
          <p:cNvSpPr txBox="1"/>
          <p:nvPr>
            <p:ph type="sldNum" sz="quarter" idx="2"/>
          </p:nvPr>
        </p:nvSpPr>
        <p:spPr>
          <a:xfrm>
            <a:off x="12015762" y="11457001"/>
            <a:ext cx="343104" cy="349200"/>
          </a:xfrm>
          <a:prstGeom prst="rect">
            <a:avLst/>
          </a:prstGeom>
        </p:spPr>
        <p:txBody>
          <a:bodyPr lIns="38100" tIns="38100" rIns="38100" bIns="38100"/>
          <a:lstStyle>
            <a:lvl1pPr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Body Level One…"/>
          <p:cNvSpPr txBox="1"/>
          <p:nvPr>
            <p:ph type="body" sz="quarter" idx="1" hasCustomPrompt="1"/>
          </p:nvPr>
        </p:nvSpPr>
        <p:spPr>
          <a:xfrm>
            <a:off x="3949003" y="10609395"/>
            <a:ext cx="16478256" cy="477737"/>
          </a:xfrm>
          <a:prstGeom prst="rect">
            <a:avLst/>
          </a:prstGeom>
        </p:spPr>
        <p:txBody>
          <a:bodyPr lIns="34287" tIns="34287" rIns="34287" bIns="34287"/>
          <a:lstStyle>
            <a:lvl1pPr marL="0" indent="0" defTabSz="676908">
              <a:lnSpc>
                <a:spcPct val="100000"/>
              </a:lnSpc>
              <a:spcBef>
                <a:spcPts val="0"/>
              </a:spcBef>
              <a:buSzTx/>
              <a:buNone/>
              <a:defRPr b="1" sz="2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790220" indent="-345720" defTabSz="676908">
              <a:lnSpc>
                <a:spcPct val="100000"/>
              </a:lnSpc>
              <a:spcBef>
                <a:spcPts val="0"/>
              </a:spcBef>
              <a:buSzPct val="75000"/>
              <a:defRPr b="1" sz="2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234720" indent="-345720" defTabSz="676908">
              <a:lnSpc>
                <a:spcPct val="100000"/>
              </a:lnSpc>
              <a:spcBef>
                <a:spcPts val="0"/>
              </a:spcBef>
              <a:buSzPct val="75000"/>
              <a:defRPr b="1" sz="2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679221" indent="-345720" defTabSz="676908">
              <a:lnSpc>
                <a:spcPct val="100000"/>
              </a:lnSpc>
              <a:spcBef>
                <a:spcPts val="0"/>
              </a:spcBef>
              <a:buSzPct val="75000"/>
              <a:defRPr b="1" sz="2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123721" indent="-345721" defTabSz="676908">
              <a:lnSpc>
                <a:spcPct val="100000"/>
              </a:lnSpc>
              <a:spcBef>
                <a:spcPts val="0"/>
              </a:spcBef>
              <a:buSzPct val="75000"/>
              <a:defRPr b="1" sz="28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98" name="Presentation Title"/>
          <p:cNvSpPr txBox="1"/>
          <p:nvPr>
            <p:ph type="title" hasCustomPrompt="1"/>
          </p:nvPr>
        </p:nvSpPr>
        <p:spPr>
          <a:xfrm>
            <a:off x="3952871" y="3645741"/>
            <a:ext cx="16478256" cy="3486153"/>
          </a:xfrm>
          <a:prstGeom prst="rect">
            <a:avLst/>
          </a:prstGeom>
        </p:spPr>
        <p:txBody>
          <a:bodyPr lIns="38100" tIns="38100" rIns="38100" bIns="38100" anchor="b"/>
          <a:lstStyle>
            <a:lvl1pPr defTabSz="2438337">
              <a:defRPr spc="-232" sz="116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99" name="Body Level One…"/>
          <p:cNvSpPr txBox="1"/>
          <p:nvPr>
            <p:ph type="body" sz="quarter" idx="21" hasCustomPrompt="1"/>
          </p:nvPr>
        </p:nvSpPr>
        <p:spPr>
          <a:xfrm>
            <a:off x="3949006" y="7131891"/>
            <a:ext cx="16478252" cy="1428753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2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Presentation Subtitle</a:t>
            </a:r>
          </a:p>
        </p:txBody>
      </p:sp>
      <p:sp>
        <p:nvSpPr>
          <p:cNvPr id="300" name="Slide Number"/>
          <p:cNvSpPr txBox="1"/>
          <p:nvPr>
            <p:ph type="sldNum" sz="quarter" idx="2"/>
          </p:nvPr>
        </p:nvSpPr>
        <p:spPr>
          <a:xfrm>
            <a:off x="12015762" y="11457001"/>
            <a:ext cx="343104" cy="349200"/>
          </a:xfrm>
          <a:prstGeom prst="rect">
            <a:avLst/>
          </a:prstGeom>
        </p:spPr>
        <p:txBody>
          <a:bodyPr lIns="38100" tIns="38100" rIns="38100" bIns="38100"/>
          <a:lstStyle>
            <a:lvl1pPr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65" y="13074598"/>
            <a:ext cx="368573" cy="381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berkeley.zoom.us/j/97240285431?pwd=VldmeGdtNmR6eklqSGUwMGgza3hIUT09" TargetMode="External"/><Relationship Id="rId4" Type="http://schemas.openxmlformats.org/officeDocument/2006/relationships/hyperlink" Target="http://www.nber.org/chapters/c6064" TargetMode="External"/><Relationship Id="rId5" Type="http://schemas.openxmlformats.org/officeDocument/2006/relationships/hyperlink" Target="http://www.jstor.org/stable/2591872" TargetMode="External"/><Relationship Id="rId6" Type="http://schemas.openxmlformats.org/officeDocument/2006/relationships/hyperlink" Target="http://www.jstor.org/stable/2118405" TargetMode="External"/><Relationship Id="rId7" Type="http://schemas.openxmlformats.org/officeDocument/2006/relationships/hyperlink" Target="https://delong.typepad.com/files/jones-r--d.pdf" TargetMode="External"/><Relationship Id="rId8" Type="http://schemas.openxmlformats.org/officeDocument/2006/relationships/hyperlink" Target="https://www.icloud.com/keynote/08vSAzKv95qbedf-j_DFYvzAA" TargetMode="External"/><Relationship Id="rId9" Type="http://schemas.openxmlformats.org/officeDocument/2006/relationships/hyperlink" Target="https://github.com/braddelong/public-files/blob/master/econ-210a-2021-04-01-background-slow-ideas-growth.pptx" TargetMode="External"/><Relationship Id="rId10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delong-this-is-fine.png" descr="delong-this-is-fine.png"/>
          <p:cNvPicPr>
            <a:picLocks noChangeAspect="1"/>
          </p:cNvPicPr>
          <p:nvPr/>
        </p:nvPicPr>
        <p:blipFill>
          <a:blip r:embed="rId2">
            <a:alphaModFix amt="24792"/>
            <a:extLst/>
          </a:blip>
          <a:srcRect l="0" t="0" r="1203" b="0"/>
          <a:stretch>
            <a:fillRect/>
          </a:stretch>
        </p:blipFill>
        <p:spPr>
          <a:xfrm>
            <a:off x="0" y="-3183"/>
            <a:ext cx="24384001" cy="13722366"/>
          </a:xfrm>
          <a:prstGeom prst="rect">
            <a:avLst/>
          </a:prstGeom>
          <a:ln w="12700">
            <a:miter lim="400000"/>
          </a:ln>
        </p:spPr>
      </p:pic>
      <p:sp>
        <p:nvSpPr>
          <p:cNvPr id="310" name="Lecture Background for 2021-04-07: Why Did the Pace of Ideas Growth Use to Be So Slow? &amp; How Fast Is It Now, Really?"/>
          <p:cNvSpPr txBox="1"/>
          <p:nvPr>
            <p:ph type="title"/>
          </p:nvPr>
        </p:nvSpPr>
        <p:spPr>
          <a:xfrm>
            <a:off x="381000" y="-1"/>
            <a:ext cx="23622000" cy="1905001"/>
          </a:xfrm>
          <a:prstGeom prst="rect">
            <a:avLst/>
          </a:prstGeom>
        </p:spPr>
        <p:txBody>
          <a:bodyPr lIns="34289" tIns="34289" rIns="34289" bIns="34289" anchor="ctr"/>
          <a:lstStyle>
            <a:lvl1pPr algn="ctr" defTabSz="274320">
              <a:lnSpc>
                <a:spcPct val="100000"/>
              </a:lnSpc>
              <a:defRPr spc="0" sz="6000">
                <a:solidFill>
                  <a:srgbClr val="8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Lecture Background for 2021-04-07: Why Did the Pace of Ideas Growth Use to Be So Slow? &amp; How Fast Is It Now, Really?</a:t>
            </a:r>
          </a:p>
        </p:txBody>
      </p:sp>
      <p:sp>
        <p:nvSpPr>
          <p:cNvPr id="311" name="Zoom Room…"/>
          <p:cNvSpPr txBox="1"/>
          <p:nvPr/>
        </p:nvSpPr>
        <p:spPr>
          <a:xfrm>
            <a:off x="16135948" y="1905000"/>
            <a:ext cx="7867052" cy="1143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normAutofit fontScale="100000" lnSpcReduction="0"/>
          </a:bodyPr>
          <a:lstStyle/>
          <a:p>
            <a:pPr algn="l" defTabSz="821529">
              <a:defRPr b="1" sz="3000">
                <a:solidFill>
                  <a:srgbClr val="808080"/>
                </a:solidFill>
              </a:defRPr>
            </a:pPr>
            <a:r>
              <a:t>Zoom Room</a:t>
            </a:r>
          </a:p>
          <a:p>
            <a:pPr algn="l" defTabSz="9144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&lt;</a:t>
            </a:r>
            <a:r>
              <a:rPr u="sng">
                <a:hlinkClick r:id="rId3" invalidUrl="" action="" tgtFrame="" tooltip="" history="1" highlightClick="0" endSnd="0"/>
              </a:rPr>
              <a:t>https://berkeley.zoom.us/j/97240285431?pwd=VldmeGdtNmR6eklqSGUwMGgza3hIUT09</a:t>
            </a:r>
            <a:r>
              <a:t>&gt;</a:t>
            </a:r>
          </a:p>
          <a:p>
            <a:pPr algn="l" defTabSz="9144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</a:p>
          <a:p>
            <a:pPr algn="l" defTabSz="821529">
              <a:defRPr b="1" sz="3000">
                <a:solidFill>
                  <a:srgbClr val="808080"/>
                </a:solidFill>
              </a:defRPr>
            </a:pPr>
            <a:r>
              <a:t>Readings:</a:t>
            </a:r>
          </a:p>
          <a:p>
            <a:pPr algn="l" defTabSz="4572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set of arithmetic calculations, a think piece, and two modelling exercises (that you have seen before in David Romer’s §§ of macro)…</a:t>
            </a:r>
          </a:p>
          <a:p>
            <a:pPr algn="l" defTabSz="4572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l" defTabSz="4572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l" defTabSz="4572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William D. Nordhaus</a:t>
            </a:r>
            <a:r>
              <a:t> (1997): </a:t>
            </a:r>
            <a:r>
              <a:rPr i="1"/>
              <a:t>Do Real-Output &amp; Real-Wage Measures Capture Reality? The History of Lighting Suggests Not</a:t>
            </a:r>
            <a:r>
              <a:t> &lt;</a:t>
            </a:r>
            <a:r>
              <a:rPr u="sng">
                <a:uFill>
                  <a:solidFill>
                    <a:srgbClr val="0000FF"/>
                  </a:solidFill>
                </a:uFill>
                <a:hlinkClick r:id="rId4" invalidUrl="" action="" tgtFrame="" tooltip="" history="1" highlightClick="0" endSnd="0"/>
              </a:rPr>
              <a:t>http://www.nber.org/chapters/c6064</a:t>
            </a:r>
            <a:r>
              <a:rPr u="sng">
                <a:uFill>
                  <a:solidFill>
                    <a:srgbClr val="4F81BD"/>
                  </a:solidFill>
                </a:uFill>
              </a:rPr>
              <a:t>&gt;</a:t>
            </a:r>
            <a:endParaRPr u="sng">
              <a:uFill>
                <a:solidFill>
                  <a:srgbClr val="4F81BD"/>
                </a:solidFill>
              </a:uFill>
            </a:endParaRPr>
          </a:p>
          <a:p>
            <a:pPr algn="l" defTabSz="4572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i="1"/>
          </a:p>
          <a:p>
            <a:pPr algn="l" defTabSz="4572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Moses Finley</a:t>
            </a:r>
            <a:r>
              <a:t> (1965): </a:t>
            </a:r>
            <a:r>
              <a:rPr i="1"/>
              <a:t>Technical Innovation &amp; Economic Progress in the Ancient World</a:t>
            </a:r>
            <a:r>
              <a:t> &lt;</a:t>
            </a:r>
            <a:r>
              <a:rPr u="sng">
                <a:uFill>
                  <a:solidFill>
                    <a:srgbClr val="0000FF"/>
                  </a:solidFill>
                </a:uFill>
                <a:hlinkClick r:id="rId5" invalidUrl="" action="" tgtFrame="" tooltip="" history="1" highlightClick="0" endSnd="0"/>
              </a:rPr>
              <a:t>http://www.jstor.org/stable/2591872</a:t>
            </a:r>
            <a:r>
              <a:t>&gt;</a:t>
            </a:r>
          </a:p>
          <a:p>
            <a:pPr algn="l" defTabSz="4572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l" defTabSz="4572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====</a:t>
            </a:r>
          </a:p>
          <a:p>
            <a:pPr algn="l" defTabSz="4572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l" defTabSz="4572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Michael Kremer</a:t>
            </a:r>
            <a:r>
              <a:t> (1993): </a:t>
            </a:r>
            <a:r>
              <a:rPr i="1"/>
              <a:t>Population Growth &amp; Technological Change: One Million B.C. to 1990</a:t>
            </a:r>
            <a:r>
              <a:t> &lt;</a:t>
            </a:r>
            <a:r>
              <a:rPr u="sng">
                <a:uFill>
                  <a:solidFill>
                    <a:srgbClr val="0000FF"/>
                  </a:solidFill>
                </a:uFill>
                <a:hlinkClick r:id="rId6" invalidUrl="" action="" tgtFrame="" tooltip="" history="1" highlightClick="0" endSnd="0"/>
              </a:rPr>
              <a:t>http://www.jstor.org/stable/2118405</a:t>
            </a:r>
            <a:r>
              <a:rPr u="sng">
                <a:uFill>
                  <a:solidFill>
                    <a:srgbClr val="4F81BD"/>
                  </a:solidFill>
                </a:uFill>
              </a:rPr>
              <a:t>&gt;</a:t>
            </a:r>
            <a:endParaRPr u="sng">
              <a:uFill>
                <a:solidFill>
                  <a:srgbClr val="4F81BD"/>
                </a:solidFill>
              </a:uFill>
            </a:endParaRPr>
          </a:p>
          <a:p>
            <a:pPr algn="l" defTabSz="4572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u="sng">
              <a:uFill>
                <a:solidFill>
                  <a:srgbClr val="4F81BD"/>
                </a:solidFill>
              </a:uFill>
            </a:endParaRPr>
          </a:p>
          <a:p>
            <a:pPr algn="l" defTabSz="4572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Charles Jones</a:t>
            </a:r>
            <a:r>
              <a:t> (1995): </a:t>
            </a:r>
            <a:r>
              <a:rPr i="1"/>
              <a:t>R&amp;D-Based Models of Economic Growth</a:t>
            </a:r>
            <a:r>
              <a:t> &lt;</a:t>
            </a:r>
            <a:r>
              <a:rPr u="sng">
                <a:uFill>
                  <a:solidFill>
                    <a:srgbClr val="0000FF"/>
                  </a:solidFill>
                </a:uFill>
                <a:hlinkClick r:id="rId7" invalidUrl="" action="" tgtFrame="" tooltip="" history="1" highlightClick="0" endSnd="0"/>
              </a:rPr>
              <a:t>https://delong.typepad.com/files/jones-r--d.pdf</a:t>
            </a:r>
            <a:r>
              <a:rPr u="sng">
                <a:uFill>
                  <a:solidFill>
                    <a:srgbClr val="4F81BD"/>
                  </a:solidFill>
                </a:uFill>
              </a:rPr>
              <a:t>&gt;</a:t>
            </a:r>
          </a:p>
        </p:txBody>
      </p:sp>
      <p:sp>
        <p:nvSpPr>
          <p:cNvPr id="312" name="The World Economy from Deep Time to the Future"/>
          <p:cNvSpPr txBox="1"/>
          <p:nvPr/>
        </p:nvSpPr>
        <p:spPr>
          <a:xfrm>
            <a:off x="1651000" y="1905000"/>
            <a:ext cx="13208000" cy="2175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normAutofit fontScale="100000" lnSpcReduction="0"/>
          </a:bodyPr>
          <a:lstStyle>
            <a:lvl1pPr defTabSz="425195">
              <a:defRPr b="1" sz="6510">
                <a:solidFill>
                  <a:srgbClr val="80808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The World Economy from Deep Time to the Future</a:t>
            </a:r>
          </a:p>
        </p:txBody>
      </p:sp>
      <p:sp>
        <p:nvSpPr>
          <p:cNvPr id="313" name="&lt;https://www.icloud.com/keynote/08vSAzKv95qbedf-j_DFYvzAA&gt; &lt;https://github.com/braddelong/public-files/blob/master/econ-210a-2021-04-01-background-slow-ideas-growth.pptx&gt; 2021-04-01"/>
          <p:cNvSpPr txBox="1"/>
          <p:nvPr/>
        </p:nvSpPr>
        <p:spPr>
          <a:xfrm>
            <a:off x="380999" y="13385800"/>
            <a:ext cx="236220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r" defTabSz="457200">
              <a:defRPr sz="1500">
                <a:solidFill>
                  <a:srgbClr val="231C33"/>
                </a:solidFill>
              </a:defRPr>
            </a:pPr>
            <a:r>
              <a:t>&lt;</a:t>
            </a:r>
            <a:r>
              <a:rPr u="sng">
                <a:hlinkClick r:id="rId8" invalidUrl="" action="" tgtFrame="" tooltip="" history="1" highlightClick="0" endSnd="0"/>
              </a:rPr>
              <a:t>https://www.icloud.com/keynote/08vSAzKv95qbedf-j_DFYvzAA</a:t>
            </a:r>
            <a:r>
              <a:t>&gt; &lt;</a:t>
            </a:r>
            <a:r>
              <a:rPr u="sng">
                <a:hlinkClick r:id="rId9" invalidUrl="" action="" tgtFrame="" tooltip="" history="1" highlightClick="0" endSnd="0"/>
              </a:rPr>
              <a:t>https://github.com/braddelong/public-files/blob/master/econ-210a-2021-04-01-background-slow-ideas-growth.pptx</a:t>
            </a:r>
            <a:r>
              <a:t>&gt; 2021-04-01</a:t>
            </a:r>
          </a:p>
        </p:txBody>
      </p:sp>
      <p:pic>
        <p:nvPicPr>
          <p:cNvPr id="314" name="image.png" descr="image.png"/>
          <p:cNvPicPr>
            <a:picLocks noChangeAspect="0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381000" y="4080447"/>
            <a:ext cx="15621000" cy="9207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delong-this-is-fine.png" descr="delong-this-is-fine.png"/>
          <p:cNvPicPr>
            <a:picLocks noChangeAspect="1"/>
          </p:cNvPicPr>
          <p:nvPr/>
        </p:nvPicPr>
        <p:blipFill>
          <a:blip r:embed="rId2">
            <a:alphaModFix amt="24792"/>
            <a:extLst/>
          </a:blip>
          <a:srcRect l="0" t="0" r="1203" b="0"/>
          <a:stretch>
            <a:fillRect/>
          </a:stretch>
        </p:blipFill>
        <p:spPr>
          <a:xfrm>
            <a:off x="0" y="-3183"/>
            <a:ext cx="24384001" cy="13722366"/>
          </a:xfrm>
          <a:prstGeom prst="rect">
            <a:avLst/>
          </a:prstGeom>
          <a:ln w="12700">
            <a:miter lim="400000"/>
          </a:ln>
        </p:spPr>
      </p:pic>
      <p:sp>
        <p:nvSpPr>
          <p:cNvPr id="317" name="Nordhaus: Are These the Right Real Income Numbers?"/>
          <p:cNvSpPr txBox="1"/>
          <p:nvPr>
            <p:ph type="title"/>
          </p:nvPr>
        </p:nvSpPr>
        <p:spPr>
          <a:xfrm>
            <a:off x="381000" y="-1"/>
            <a:ext cx="23622000" cy="1905001"/>
          </a:xfrm>
          <a:prstGeom prst="rect">
            <a:avLst/>
          </a:prstGeom>
        </p:spPr>
        <p:txBody>
          <a:bodyPr lIns="34289" tIns="34289" rIns="34289" bIns="34289" anchor="ctr"/>
          <a:lstStyle>
            <a:lvl1pPr algn="ctr" defTabSz="324611">
              <a:lnSpc>
                <a:spcPct val="100000"/>
              </a:lnSpc>
              <a:defRPr spc="0" sz="7100">
                <a:solidFill>
                  <a:srgbClr val="8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Nordhaus: Are These the Right Real Income Numbers?</a:t>
            </a:r>
          </a:p>
        </p:txBody>
      </p:sp>
      <p:sp>
        <p:nvSpPr>
          <p:cNvPr id="318" name="How do we construct real income measures across periods when the prices of some commodities are infinite in the first period?…"/>
          <p:cNvSpPr txBox="1"/>
          <p:nvPr/>
        </p:nvSpPr>
        <p:spPr>
          <a:xfrm>
            <a:off x="16135948" y="1905000"/>
            <a:ext cx="7867052" cy="1143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normAutofit fontScale="100000" lnSpcReduction="0"/>
          </a:bodyPr>
          <a:lstStyle/>
          <a:p>
            <a:pPr marL="554735" indent="-554735" algn="l" defTabSz="416052">
              <a:spcBef>
                <a:spcPts val="1400"/>
              </a:spcBef>
              <a:buSzPct val="123000"/>
              <a:buChar char="•"/>
              <a:defRPr sz="4368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How do we construct real income measures across periods when the prices of some commodities are infinite in the first period?</a:t>
            </a:r>
          </a:p>
          <a:p>
            <a:pPr marL="554735" indent="-554735" algn="l" defTabSz="416052">
              <a:spcBef>
                <a:spcPts val="1400"/>
              </a:spcBef>
              <a:buSzPct val="123000"/>
              <a:buChar char="•"/>
              <a:defRPr sz="4368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Normally: multiply the price decline by the expenditure share, and add them up</a:t>
            </a:r>
          </a:p>
          <a:p>
            <a:pPr marL="554735" indent="-554735" algn="l" defTabSz="416052">
              <a:spcBef>
                <a:spcPts val="1400"/>
              </a:spcBef>
              <a:buSzPct val="123000"/>
              <a:buChar char="•"/>
              <a:defRPr sz="4368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But when the price decline is infinite, and the initial expenditure share is zero?</a:t>
            </a:r>
          </a:p>
          <a:p>
            <a:pPr algn="l" defTabSz="416052">
              <a:spcBef>
                <a:spcPts val="1400"/>
              </a:spcBef>
              <a:defRPr sz="4368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554735" indent="-554735" algn="l" defTabSz="416052">
              <a:spcBef>
                <a:spcPts val="1400"/>
              </a:spcBef>
              <a:buSzPct val="123000"/>
              <a:buChar char="•"/>
              <a:defRPr sz="4368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Nordhaus looks at </a:t>
            </a:r>
            <a:r>
              <a:rPr i="1"/>
              <a:t>illumination services</a:t>
            </a:r>
            <a:r>
              <a:t> as an intersting and informative case</a:t>
            </a:r>
          </a:p>
        </p:txBody>
      </p:sp>
      <p:sp>
        <p:nvSpPr>
          <p:cNvPr id="319" name="The World Economy from Deep Time to the Future"/>
          <p:cNvSpPr txBox="1"/>
          <p:nvPr/>
        </p:nvSpPr>
        <p:spPr>
          <a:xfrm>
            <a:off x="1651000" y="1905000"/>
            <a:ext cx="13208000" cy="2175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normAutofit fontScale="100000" lnSpcReduction="0"/>
          </a:bodyPr>
          <a:lstStyle>
            <a:lvl1pPr defTabSz="425195">
              <a:defRPr b="1" sz="6510">
                <a:solidFill>
                  <a:srgbClr val="80808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The World Economy from Deep Time to the Future</a:t>
            </a:r>
          </a:p>
        </p:txBody>
      </p:sp>
      <p:sp>
        <p:nvSpPr>
          <p:cNvPr id="320" name="2:40-3:00"/>
          <p:cNvSpPr txBox="1"/>
          <p:nvPr/>
        </p:nvSpPr>
        <p:spPr>
          <a:xfrm>
            <a:off x="21956762" y="13068300"/>
            <a:ext cx="2046238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3600">
                <a:solidFill>
                  <a:srgbClr val="231C33"/>
                </a:solidFill>
              </a:defRPr>
            </a:lvl1pPr>
          </a:lstStyle>
          <a:p>
            <a:pPr/>
            <a:r>
              <a:t>2:40-3:00</a:t>
            </a:r>
          </a:p>
        </p:txBody>
      </p:sp>
      <p:pic>
        <p:nvPicPr>
          <p:cNvPr id="321" name="image.png" descr="image.png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81000" y="4080447"/>
            <a:ext cx="15621000" cy="9207501"/>
          </a:xfrm>
          <a:prstGeom prst="rect">
            <a:avLst/>
          </a:prstGeom>
          <a:ln w="12700">
            <a:miter lim="400000"/>
          </a:ln>
        </p:spPr>
      </p:pic>
      <p:sp>
        <p:nvSpPr>
          <p:cNvPr id="322" name="Oval"/>
          <p:cNvSpPr/>
          <p:nvPr/>
        </p:nvSpPr>
        <p:spPr>
          <a:xfrm>
            <a:off x="3441834" y="6099413"/>
            <a:ext cx="1941598" cy="7400393"/>
          </a:xfrm>
          <a:prstGeom prst="ellips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b="1" sz="32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delong-this-is-fine.png" descr="delong-this-is-fine.png"/>
          <p:cNvPicPr>
            <a:picLocks noChangeAspect="1"/>
          </p:cNvPicPr>
          <p:nvPr/>
        </p:nvPicPr>
        <p:blipFill>
          <a:blip r:embed="rId2">
            <a:alphaModFix amt="24792"/>
            <a:extLst/>
          </a:blip>
          <a:srcRect l="0" t="0" r="1203" b="0"/>
          <a:stretch>
            <a:fillRect/>
          </a:stretch>
        </p:blipFill>
        <p:spPr>
          <a:xfrm>
            <a:off x="0" y="-3183"/>
            <a:ext cx="24384001" cy="13722366"/>
          </a:xfrm>
          <a:prstGeom prst="rect">
            <a:avLst/>
          </a:prstGeom>
          <a:ln w="12700">
            <a:miter lim="400000"/>
          </a:ln>
        </p:spPr>
      </p:pic>
      <p:sp>
        <p:nvSpPr>
          <p:cNvPr id="325" name="Finley: Why Are These Ideas Growth Rates so Slow?"/>
          <p:cNvSpPr txBox="1"/>
          <p:nvPr>
            <p:ph type="title"/>
          </p:nvPr>
        </p:nvSpPr>
        <p:spPr>
          <a:xfrm>
            <a:off x="381000" y="-1"/>
            <a:ext cx="23622000" cy="1905001"/>
          </a:xfrm>
          <a:prstGeom prst="rect">
            <a:avLst/>
          </a:prstGeom>
        </p:spPr>
        <p:txBody>
          <a:bodyPr lIns="34289" tIns="34289" rIns="34289" bIns="34289" anchor="ctr"/>
          <a:lstStyle>
            <a:lvl1pPr algn="ctr" defTabSz="338327">
              <a:lnSpc>
                <a:spcPct val="100000"/>
              </a:lnSpc>
              <a:defRPr spc="0" sz="7400">
                <a:solidFill>
                  <a:srgbClr val="8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Finley: Why Are These Ideas Growth Rates so Slow?</a:t>
            </a:r>
          </a:p>
        </p:txBody>
      </p:sp>
      <p:sp>
        <p:nvSpPr>
          <p:cNvPr id="326" name="How do we construct real income measures across periods when the prices of some commodities are infinite in the first period?…"/>
          <p:cNvSpPr txBox="1"/>
          <p:nvPr/>
        </p:nvSpPr>
        <p:spPr>
          <a:xfrm>
            <a:off x="16135948" y="1905000"/>
            <a:ext cx="7867052" cy="1143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normAutofit fontScale="100000" lnSpcReduction="0"/>
          </a:bodyPr>
          <a:lstStyle/>
          <a:p>
            <a:pPr marL="554735" indent="-554735" algn="l" defTabSz="416052">
              <a:spcBef>
                <a:spcPts val="1400"/>
              </a:spcBef>
              <a:buSzPct val="123000"/>
              <a:buChar char="•"/>
              <a:defRPr sz="4368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How do we construct real income measures across periods when the prices of some commodities are infinite in the first period?</a:t>
            </a:r>
          </a:p>
          <a:p>
            <a:pPr marL="554735" indent="-554735" algn="l" defTabSz="416052">
              <a:spcBef>
                <a:spcPts val="1400"/>
              </a:spcBef>
              <a:buSzPct val="123000"/>
              <a:buChar char="•"/>
              <a:defRPr sz="4368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Normally: multiply the price decline by the expenditure share, and add them up</a:t>
            </a:r>
          </a:p>
          <a:p>
            <a:pPr marL="554735" indent="-554735" algn="l" defTabSz="416052">
              <a:spcBef>
                <a:spcPts val="1400"/>
              </a:spcBef>
              <a:buSzPct val="123000"/>
              <a:buChar char="•"/>
              <a:defRPr sz="4368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But when the price decline is infinite, and the initial expenditure share is zero?</a:t>
            </a:r>
          </a:p>
          <a:p>
            <a:pPr algn="l" defTabSz="416052">
              <a:spcBef>
                <a:spcPts val="1400"/>
              </a:spcBef>
              <a:defRPr sz="4368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554735" indent="-554735" algn="l" defTabSz="416052">
              <a:spcBef>
                <a:spcPts val="1400"/>
              </a:spcBef>
              <a:buSzPct val="123000"/>
              <a:buChar char="•"/>
              <a:defRPr sz="4368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Nordhaus looks at </a:t>
            </a:r>
            <a:r>
              <a:rPr i="1"/>
              <a:t>illumination services</a:t>
            </a:r>
            <a:r>
              <a:t> as an interesting and informative case</a:t>
            </a:r>
          </a:p>
        </p:txBody>
      </p:sp>
      <p:sp>
        <p:nvSpPr>
          <p:cNvPr id="327" name="The World Economy from Deep Time to the Future"/>
          <p:cNvSpPr txBox="1"/>
          <p:nvPr/>
        </p:nvSpPr>
        <p:spPr>
          <a:xfrm>
            <a:off x="1651000" y="1905000"/>
            <a:ext cx="13208000" cy="2175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normAutofit fontScale="100000" lnSpcReduction="0"/>
          </a:bodyPr>
          <a:lstStyle>
            <a:lvl1pPr defTabSz="425195">
              <a:defRPr b="1" sz="6510">
                <a:solidFill>
                  <a:srgbClr val="80808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The World Economy from Deep Time to the Future</a:t>
            </a:r>
          </a:p>
        </p:txBody>
      </p:sp>
      <p:sp>
        <p:nvSpPr>
          <p:cNvPr id="328" name="2:40-3:00"/>
          <p:cNvSpPr txBox="1"/>
          <p:nvPr/>
        </p:nvSpPr>
        <p:spPr>
          <a:xfrm>
            <a:off x="21956762" y="13068300"/>
            <a:ext cx="2046238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3600">
                <a:solidFill>
                  <a:srgbClr val="231C33"/>
                </a:solidFill>
              </a:defRPr>
            </a:lvl1pPr>
          </a:lstStyle>
          <a:p>
            <a:pPr/>
            <a:r>
              <a:t>2:40-3:00</a:t>
            </a:r>
          </a:p>
        </p:txBody>
      </p:sp>
      <p:pic>
        <p:nvPicPr>
          <p:cNvPr id="329" name="image.png" descr="image.png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81000" y="4080447"/>
            <a:ext cx="15621000" cy="9207501"/>
          </a:xfrm>
          <a:prstGeom prst="rect">
            <a:avLst/>
          </a:prstGeom>
          <a:ln w="12700">
            <a:miter lim="400000"/>
          </a:ln>
        </p:spPr>
      </p:pic>
      <p:sp>
        <p:nvSpPr>
          <p:cNvPr id="330" name="Oval"/>
          <p:cNvSpPr/>
          <p:nvPr/>
        </p:nvSpPr>
        <p:spPr>
          <a:xfrm>
            <a:off x="9725142" y="5855805"/>
            <a:ext cx="1941597" cy="7400393"/>
          </a:xfrm>
          <a:prstGeom prst="ellips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b="1" sz="32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delong-this-is-fine.png" descr="delong-this-is-fine.png"/>
          <p:cNvPicPr>
            <a:picLocks noChangeAspect="1"/>
          </p:cNvPicPr>
          <p:nvPr/>
        </p:nvPicPr>
        <p:blipFill>
          <a:blip r:embed="rId2">
            <a:alphaModFix amt="24792"/>
            <a:extLst/>
          </a:blip>
          <a:srcRect l="0" t="0" r="1203" b="0"/>
          <a:stretch>
            <a:fillRect/>
          </a:stretch>
        </p:blipFill>
        <p:spPr>
          <a:xfrm>
            <a:off x="0" y="-3183"/>
            <a:ext cx="24384001" cy="13722366"/>
          </a:xfrm>
          <a:prstGeom prst="rect">
            <a:avLst/>
          </a:prstGeom>
          <a:ln w="12700">
            <a:miter lim="400000"/>
          </a:ln>
        </p:spPr>
      </p:pic>
      <p:sp>
        <p:nvSpPr>
          <p:cNvPr id="333" name="Kremer &amp; Jones: What Does Economic Modeling Have to Contribute?"/>
          <p:cNvSpPr txBox="1"/>
          <p:nvPr>
            <p:ph type="title"/>
          </p:nvPr>
        </p:nvSpPr>
        <p:spPr>
          <a:xfrm>
            <a:off x="381000" y="-1"/>
            <a:ext cx="23622000" cy="1905001"/>
          </a:xfrm>
          <a:prstGeom prst="rect">
            <a:avLst/>
          </a:prstGeom>
        </p:spPr>
        <p:txBody>
          <a:bodyPr lIns="34289" tIns="34289" rIns="34289" bIns="34289" anchor="ctr"/>
          <a:lstStyle>
            <a:lvl1pPr algn="ctr" defTabSz="274320">
              <a:lnSpc>
                <a:spcPct val="100000"/>
              </a:lnSpc>
              <a:defRPr spc="0" sz="6000">
                <a:solidFill>
                  <a:srgbClr val="8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Kremer &amp; Jones: What Does Economic Modeling Have to Contribute?</a:t>
            </a:r>
          </a:p>
        </p:txBody>
      </p:sp>
      <p:sp>
        <p:nvSpPr>
          <p:cNvPr id="334" name="Kremer: Two Heads Are Better than One…"/>
          <p:cNvSpPr txBox="1"/>
          <p:nvPr/>
        </p:nvSpPr>
        <p:spPr>
          <a:xfrm>
            <a:off x="16135948" y="1905000"/>
            <a:ext cx="7867052" cy="1143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normAutofit fontScale="100000" lnSpcReduction="0"/>
          </a:bodyPr>
          <a:lstStyle/>
          <a:p>
            <a:pPr marL="609599" indent="-609599" algn="l" defTabSz="457200">
              <a:spcBef>
                <a:spcPts val="1600"/>
              </a:spcBef>
              <a:buSzPct val="123000"/>
              <a:buChar char="•"/>
              <a:defRPr sz="4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Kremer: Two Heads Are Better than One</a:t>
            </a:r>
          </a:p>
          <a:p>
            <a:pPr lvl="1" marL="1219200" indent="-609600" algn="l" defTabSz="457200">
              <a:spcBef>
                <a:spcPts val="1600"/>
              </a:spcBef>
              <a:buSzPct val="123000"/>
              <a:buChar char="•"/>
              <a:defRPr sz="4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Ideas growth should be STEM labor force raised to some power</a:t>
            </a:r>
          </a:p>
          <a:p>
            <a:pPr lvl="1" marL="1219200" indent="-609600" algn="l" defTabSz="457200">
              <a:spcBef>
                <a:spcPts val="1600"/>
              </a:spcBef>
              <a:buSzPct val="123000"/>
              <a:buChar char="•"/>
              <a:defRPr sz="4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Implies—with demographic transition—an eventual breakthrough</a:t>
            </a:r>
          </a:p>
          <a:p>
            <a:pPr marL="609599" indent="-609599" algn="l" defTabSz="457200">
              <a:spcBef>
                <a:spcPts val="1600"/>
              </a:spcBef>
              <a:buSzPct val="123000"/>
              <a:buChar char="•"/>
              <a:defRPr sz="4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Jones: Low-Hanging Fruit</a:t>
            </a:r>
          </a:p>
          <a:p>
            <a:pPr lvl="1" marL="1219200" indent="-609600" algn="l" defTabSz="457200">
              <a:spcBef>
                <a:spcPts val="1600"/>
              </a:spcBef>
              <a:buSzPct val="123000"/>
              <a:buChar char="•"/>
              <a:defRPr sz="4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Technology growth slows until increase in STEM labor force just offsets the fact that there is less low-hanging fruit to pick</a:t>
            </a:r>
          </a:p>
        </p:txBody>
      </p:sp>
      <p:sp>
        <p:nvSpPr>
          <p:cNvPr id="335" name="The World Economy from Deep Time to the Future"/>
          <p:cNvSpPr txBox="1"/>
          <p:nvPr/>
        </p:nvSpPr>
        <p:spPr>
          <a:xfrm>
            <a:off x="1651000" y="1905000"/>
            <a:ext cx="13208000" cy="2175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normAutofit fontScale="100000" lnSpcReduction="0"/>
          </a:bodyPr>
          <a:lstStyle>
            <a:lvl1pPr defTabSz="425195">
              <a:defRPr b="1" sz="6510">
                <a:solidFill>
                  <a:srgbClr val="80808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The World Economy from Deep Time to the Future</a:t>
            </a:r>
          </a:p>
        </p:txBody>
      </p:sp>
      <p:sp>
        <p:nvSpPr>
          <p:cNvPr id="336" name="2:40-3:00"/>
          <p:cNvSpPr txBox="1"/>
          <p:nvPr/>
        </p:nvSpPr>
        <p:spPr>
          <a:xfrm>
            <a:off x="21956762" y="13068300"/>
            <a:ext cx="2046238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3600">
                <a:solidFill>
                  <a:srgbClr val="231C33"/>
                </a:solidFill>
              </a:defRPr>
            </a:lvl1pPr>
          </a:lstStyle>
          <a:p>
            <a:pPr/>
            <a:r>
              <a:t>2:40-3:00</a:t>
            </a:r>
          </a:p>
        </p:txBody>
      </p:sp>
      <p:pic>
        <p:nvPicPr>
          <p:cNvPr id="337" name="image.png" descr="image.png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81000" y="4080447"/>
            <a:ext cx="15621000" cy="9207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About the Course"/>
          <p:cNvSpPr txBox="1"/>
          <p:nvPr>
            <p:ph type="title" idx="4294967295"/>
          </p:nvPr>
        </p:nvSpPr>
        <p:spPr>
          <a:xfrm>
            <a:off x="3273126" y="-5"/>
            <a:ext cx="17780001" cy="2286001"/>
          </a:xfrm>
          <a:prstGeom prst="rect">
            <a:avLst/>
          </a:prstGeom>
        </p:spPr>
        <p:txBody>
          <a:bodyPr lIns="91436" tIns="91436" rIns="91436" bIns="91436" anchor="ctr"/>
          <a:lstStyle>
            <a:lvl1pPr algn="ctr" defTabSz="722376">
              <a:lnSpc>
                <a:spcPct val="100000"/>
              </a:lnSpc>
              <a:defRPr spc="0" sz="13667">
                <a:solidFill>
                  <a:srgbClr val="8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Catch Our Breath</a:t>
            </a:r>
          </a:p>
        </p:txBody>
      </p:sp>
      <p:sp>
        <p:nvSpPr>
          <p:cNvPr id="340" name="The long 20th century will in all likelihood be seen in the future as the watershed in human experience:…"/>
          <p:cNvSpPr txBox="1"/>
          <p:nvPr>
            <p:ph type="body" sz="half" idx="4294967295"/>
          </p:nvPr>
        </p:nvSpPr>
        <p:spPr>
          <a:xfrm>
            <a:off x="381000" y="2285995"/>
            <a:ext cx="10160000" cy="7575948"/>
          </a:xfrm>
          <a:prstGeom prst="rect">
            <a:avLst/>
          </a:prstGeom>
        </p:spPr>
        <p:txBody>
          <a:bodyPr lIns="91436" tIns="91436" rIns="91436" bIns="91436"/>
          <a:lstStyle/>
          <a:p>
            <a:pPr marL="0" indent="0" defTabSz="914400">
              <a:lnSpc>
                <a:spcPct val="100000"/>
              </a:lnSpc>
              <a:spcBef>
                <a:spcPts val="4000"/>
              </a:spcBef>
              <a:buSzTx/>
              <a:buNone/>
              <a:defRPr b="1" sz="6000">
                <a:uFill>
                  <a:solidFill>
                    <a:srgbClr val="000000"/>
                  </a:solidFill>
                </a:uFill>
              </a:defRPr>
            </a:pPr>
            <a:r>
              <a:t>Let’s reflect on what we have just heard &amp; seen…</a:t>
            </a:r>
          </a:p>
          <a:p>
            <a:pPr marL="914400" indent="-914400" defTabSz="740662">
              <a:lnSpc>
                <a:spcPct val="100000"/>
              </a:lnSpc>
              <a:spcBef>
                <a:spcPts val="1600"/>
              </a:spcBef>
              <a:buSzPct val="100000"/>
              <a:buAutoNum type="arabicPeriod" startAt="1"/>
              <a:tabLst>
                <a:tab pos="444500" algn="l"/>
              </a:tabLst>
              <a:defRPr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Comments</a:t>
            </a:r>
          </a:p>
          <a:p>
            <a:pPr marL="914400" indent="-914400" defTabSz="740662">
              <a:lnSpc>
                <a:spcPct val="100000"/>
              </a:lnSpc>
              <a:spcBef>
                <a:spcPts val="1600"/>
              </a:spcBef>
              <a:buSzPct val="100000"/>
              <a:buAutoNum type="arabicPeriod" startAt="1"/>
              <a:tabLst>
                <a:tab pos="444500" algn="l"/>
              </a:tabLst>
              <a:defRPr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Questions</a:t>
            </a:r>
          </a:p>
          <a:p>
            <a:pPr marL="914400" indent="-914400" defTabSz="740662">
              <a:lnSpc>
                <a:spcPct val="100000"/>
              </a:lnSpc>
              <a:spcBef>
                <a:spcPts val="1600"/>
              </a:spcBef>
              <a:buSzPct val="100000"/>
              <a:buAutoNum type="arabicPeriod" startAt="1"/>
              <a:tabLst>
                <a:tab pos="444500" algn="l"/>
              </a:tabLst>
              <a:defRPr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Readings</a:t>
            </a:r>
          </a:p>
        </p:txBody>
      </p:sp>
      <p:pic>
        <p:nvPicPr>
          <p:cNvPr id="341" name="delong-this-is-fine.png" descr="delong-this-is-fine.png"/>
          <p:cNvPicPr>
            <a:picLocks noChangeAspect="1"/>
          </p:cNvPicPr>
          <p:nvPr/>
        </p:nvPicPr>
        <p:blipFill>
          <a:blip r:embed="rId2">
            <a:extLst/>
          </a:blip>
          <a:srcRect l="0" t="0" r="1203" b="0"/>
          <a:stretch>
            <a:fillRect/>
          </a:stretch>
        </p:blipFill>
        <p:spPr>
          <a:xfrm>
            <a:off x="10541000" y="2285995"/>
            <a:ext cx="13462000" cy="7575891"/>
          </a:xfrm>
          <a:prstGeom prst="rect">
            <a:avLst/>
          </a:prstGeom>
          <a:ln w="12700">
            <a:miter lim="400000"/>
          </a:ln>
        </p:spPr>
      </p:pic>
      <p:sp>
        <p:nvSpPr>
          <p:cNvPr id="342" name="The long 20th century will in all likelihood be seen in the future as the watershed in human experience:…"/>
          <p:cNvSpPr txBox="1"/>
          <p:nvPr/>
        </p:nvSpPr>
        <p:spPr>
          <a:xfrm>
            <a:off x="381000" y="9861942"/>
            <a:ext cx="10160000" cy="3452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normAutofit fontScale="100000" lnSpcReduction="0"/>
          </a:bodyPr>
          <a:lstStyle>
            <a:lvl1pPr algn="l" defTabSz="914400">
              <a:defRPr b="1"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&lt;&gt;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