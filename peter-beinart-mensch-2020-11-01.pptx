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1pPr>
    <a:lvl2pPr marL="0" marR="0" indent="4572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2pPr>
    <a:lvl3pPr marL="0" marR="0" indent="9144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3pPr>
    <a:lvl4pPr marL="0" marR="0" indent="13716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4pPr>
    <a:lvl5pPr marL="0" marR="0" indent="18288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5pPr>
    <a:lvl6pPr marL="0" marR="0" indent="22860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6pPr>
    <a:lvl7pPr marL="0" marR="0" indent="27432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7pPr>
    <a:lvl8pPr marL="0" marR="0" indent="32004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8pPr>
    <a:lvl9pPr marL="0" marR="0" indent="36576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b="def" i="def"/>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b="def" i="def"/>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b="def" i="def"/>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b="def" i="def"/>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93" name="Shape 193"/>
          <p:cNvSpPr/>
          <p:nvPr>
            <p:ph type="sldImg"/>
          </p:nvPr>
        </p:nvSpPr>
        <p:spPr>
          <a:xfrm>
            <a:off x="1143000" y="685800"/>
            <a:ext cx="4572000" cy="3429000"/>
          </a:xfrm>
          <a:prstGeom prst="rect">
            <a:avLst/>
          </a:prstGeom>
        </p:spPr>
        <p:txBody>
          <a:bodyPr/>
          <a:lstStyle/>
          <a:p>
            <a:pPr/>
          </a:p>
        </p:txBody>
      </p:sp>
      <p:sp>
        <p:nvSpPr>
          <p:cNvPr id="194" name="Shape 194"/>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n-lt"/>
        <a:ea typeface="+mn-ea"/>
        <a:cs typeface="+mn-cs"/>
        <a:sym typeface="Helvetica Neue"/>
      </a:defRPr>
    </a:lvl1pPr>
    <a:lvl2pPr indent="228600" defTabSz="457200" latinLnBrk="0">
      <a:lnSpc>
        <a:spcPct val="117999"/>
      </a:lnSpc>
      <a:defRPr sz="2200">
        <a:latin typeface="+mn-lt"/>
        <a:ea typeface="+mn-ea"/>
        <a:cs typeface="+mn-cs"/>
        <a:sym typeface="Helvetica Neue"/>
      </a:defRPr>
    </a:lvl2pPr>
    <a:lvl3pPr indent="457200" defTabSz="457200" latinLnBrk="0">
      <a:lnSpc>
        <a:spcPct val="117999"/>
      </a:lnSpc>
      <a:defRPr sz="2200">
        <a:latin typeface="+mn-lt"/>
        <a:ea typeface="+mn-ea"/>
        <a:cs typeface="+mn-cs"/>
        <a:sym typeface="Helvetica Neue"/>
      </a:defRPr>
    </a:lvl3pPr>
    <a:lvl4pPr indent="685800" defTabSz="457200" latinLnBrk="0">
      <a:lnSpc>
        <a:spcPct val="117999"/>
      </a:lnSpc>
      <a:defRPr sz="2200">
        <a:latin typeface="+mn-lt"/>
        <a:ea typeface="+mn-ea"/>
        <a:cs typeface="+mn-cs"/>
        <a:sym typeface="Helvetica Neue"/>
      </a:defRPr>
    </a:lvl4pPr>
    <a:lvl5pPr indent="914400" defTabSz="457200" latinLnBrk="0">
      <a:lnSpc>
        <a:spcPct val="117999"/>
      </a:lnSpc>
      <a:defRPr sz="2200">
        <a:latin typeface="+mn-lt"/>
        <a:ea typeface="+mn-ea"/>
        <a:cs typeface="+mn-cs"/>
        <a:sym typeface="Helvetica Neue"/>
      </a:defRPr>
    </a:lvl5pPr>
    <a:lvl6pPr indent="1143000" defTabSz="457200" latinLnBrk="0">
      <a:lnSpc>
        <a:spcPct val="117999"/>
      </a:lnSpc>
      <a:defRPr sz="2200">
        <a:latin typeface="+mn-lt"/>
        <a:ea typeface="+mn-ea"/>
        <a:cs typeface="+mn-cs"/>
        <a:sym typeface="Helvetica Neue"/>
      </a:defRPr>
    </a:lvl6pPr>
    <a:lvl7pPr indent="1371600" defTabSz="457200" latinLnBrk="0">
      <a:lnSpc>
        <a:spcPct val="117999"/>
      </a:lnSpc>
      <a:defRPr sz="2200">
        <a:latin typeface="+mn-lt"/>
        <a:ea typeface="+mn-ea"/>
        <a:cs typeface="+mn-cs"/>
        <a:sym typeface="Helvetica Neue"/>
      </a:defRPr>
    </a:lvl7pPr>
    <a:lvl8pPr indent="1600200" defTabSz="457200" latinLnBrk="0">
      <a:lnSpc>
        <a:spcPct val="117999"/>
      </a:lnSpc>
      <a:defRPr sz="2200">
        <a:latin typeface="+mn-lt"/>
        <a:ea typeface="+mn-ea"/>
        <a:cs typeface="+mn-cs"/>
        <a:sym typeface="Helvetica Neue"/>
      </a:defRPr>
    </a:lvl8pPr>
    <a:lvl9pPr indent="1828800" defTabSz="457200" latinLnBrk="0">
      <a:lnSpc>
        <a:spcPct val="117999"/>
      </a:lnSpc>
      <a:defRPr sz="2200">
        <a:latin typeface="+mn-lt"/>
        <a:ea typeface="+mn-ea"/>
        <a:cs typeface="+mn-cs"/>
        <a:sym typeface="Helvetica Neue"/>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3" name="Shape 203"/>
          <p:cNvSpPr/>
          <p:nvPr>
            <p:ph type="sldImg"/>
          </p:nvPr>
        </p:nvSpPr>
        <p:spPr>
          <a:prstGeom prst="rect">
            <a:avLst/>
          </a:prstGeom>
        </p:spPr>
        <p:txBody>
          <a:bodyPr/>
          <a:lstStyle/>
          <a:p>
            <a:pPr/>
          </a:p>
        </p:txBody>
      </p:sp>
      <p:sp>
        <p:nvSpPr>
          <p:cNvPr id="204" name="Shape 204"/>
          <p:cNvSpPr/>
          <p:nvPr>
            <p:ph type="body" sz="quarter" idx="1"/>
          </p:nvPr>
        </p:nvSpPr>
        <p:spPr>
          <a:prstGeom prst="rect">
            <a:avLst/>
          </a:prstGeom>
        </p:spPr>
        <p:txBody>
          <a:bodyPr/>
          <a:lstStyle/>
          <a:p>
            <a:pPr/>
            <a:r>
              <a:t>_Peter Beinart Is a Mensch (Words I Did Not Think I Would Have Occasion to Say Department)_ &lt;https://www.bradford-delong.com/2017/11/must-read-the-lead-makes-me-think-peter-beinart-was-a-real-idiot-and-he-is-very-very-late-to-the-party-for-so.html&gt;: **Must-Read**: The lead makes me think: "Peter Beinart was a real idiot, and he is very very late to the party." For somebody to be such a moron as not to realize that people that Marty Peretz, Leon Wieseltier, Andrew Sullivan, and others were scorning as under qualified affirmative action hires had harder rows to hoe than he did—that almost beggars belief.</a:t>
            </a:r>
          </a:p>
          <a:p>
            <a:pPr/>
          </a:p>
          <a:p>
            <a:pPr/>
            <a:r>
              <a:t>Nevertheless, in the words of Viktor Laszlo: "Welcome to the fight!":</a:t>
            </a:r>
          </a:p>
          <a:p>
            <a:pPr/>
          </a:p>
          <a:p>
            <a:pPr/>
            <a:r>
              <a:t>Peter Beinart: REFLECTIONS OF AN AFFIRMATIVE-ACTION BABY: "In 1991... Stephen Carter wrote... Reflections of an Affirmative Action Baby.... Little did I realize that the book’s title applied to me...</a:t>
            </a:r>
          </a:p>
          <a:p>
            <a:pPr/>
          </a:p>
          <a:p>
            <a:pPr/>
            <a:r>
              <a:t>&gt;...Two years after Carter published his book, I joined the New Republic as a summer intern. I was thrilled. I had been reading the magazine since high school, and idolized its most prominent writers: Michael Kinsley, Hendrik Hertzberg, Andrew Sullivan, Michael Lewis, Michael Kelly, and, yes, Leon Wieseltier, who last month was accused of sexual misconduct by more than a dozen of his former colleagues. If someone had made TNR writers into baseball cards, by age 15 I would have had a complete set.... I’d spent years mimicking TNR.... I had the right sort of clips.... As a white man graduating from an Ivy League school, I also had the right sort of identity. It was difficult to disentangle the two. And I didn’t really try.... because the magazine afforded me extraordinary opportunity. Soon, I was not only working alongside people I revered, I was being given the chance to ascend to their level....</a:t>
            </a:r>
          </a:p>
          <a:p>
            <a:pPr/>
          </a:p>
          <a:p>
            <a:pPr/>
            <a:r>
              <a:t>&gt;At some level, I knew the answer. White men from fancy schools advanced quickly at the New Republic because that’s who the owner and editor in chief, Marty Peretz, liked surrounding himself with. He ignored women almost entirely. There were barely any African Americans on staff.... TNR published an excerpt of Charles Murray and Richard Herrnstein’s book, The Bell Curve.... Marty felt a particular hostility to affirmative action. The irony—which I didn’t dwell on at the time—was that the magazine was itself a hothouse of racial and sexual preference... never stated formally.... To borrow Ta-Nehisi Coates’s metaphor, my race, gender, and class provided me a “tailwind.” I was running hard. But without that tailwind, it’s unlikely I would have become the magazine’s editor at age 28....</a:t>
            </a:r>
          </a:p>
          <a:p>
            <a:pPr/>
          </a:p>
          <a:p>
            <a:pPr/>
            <a:r>
              <a:t>&gt;Carter['s]... affirmative action... remedied historic injustices. Mine perpetuated them.... Affirmative action enabled... Wieseltier’s sexual harassment... Leon’s sexual harassment reinforced... affirmative action. Men ran the magazine, and Leon’s behavior helped keep it that way. To ascend at TNR, you had to be a protégé of either Marty or Leon’s... writing things they considered smart. For women, by contrast, mentorship was far trickier. Marty wasn’t an option. Leon was, but his mentorship often involved sexualization. If you accepted it, you gained a supporter but compromised yourself. If you spurned it, you became invisible to the magazine’s two most powerful men.</a:t>
            </a:r>
          </a:p>
          <a:p>
            <a:pPr/>
          </a:p>
          <a:p>
            <a:pPr/>
            <a:r>
              <a:t>&gt;I’d like to say that when I became editor, I fundamentally changed all this. But I did not.... Had I challenged that culture more emphatically, I would probably not have become editor in the first place.... A series of moral compromises. From my time as a junior editor, I was handed pieces to edit—generally written or commissioned by Marty—that made sweeping, hostile generalizations about Palestinians, Arabs, or Muslims. I would cut as much as I felt I could get away with, and soften or nuance the rest. But I didn’t refuse to edit the pieces at all, since that would have imperiled my relationship with my mentors. (In fact, when I began writing more critically about Israeli policy after leaving the magazine, my relationships with both Marty and Leon swiftly declined.)...</a:t>
            </a:r>
          </a:p>
          <a:p>
            <a:pPr/>
          </a:p>
          <a:p>
            <a:pPr/>
            <a:r>
              <a:t>&gt;When Marty fired Michael Kelly (who later became editor of The Atlantic), in part because Kelly was critical of Marty’s friend and former student, Al Gore, I considered resigning. But I feared I’d never find another job I enjoyed as much. Two years later, I was editor myself.... Those concessions created the template for my response to my former colleague Sarah Wildman when, in 2002, she told me about Leon’s inappropriate sexual advances. I believed her.... I also knew that I lacked authority over Leon.... So I called Marty—who spent most of his time in Cambridge, Massachusetts, and New York—and asked him to come to Washington to tell Leon that his behavior was unacceptable. (Marty has told Vox that I never reported the incident to him and that he doesn’t “remember Sarah Wildman.” Leon did not respond to my request for comment.)</a:t>
            </a:r>
          </a:p>
          <a:p>
            <a:pPr/>
          </a:p>
          <a:p>
            <a:pPr/>
            <a:r>
              <a:t>&gt;Marty, Leon, and I met at the Willard Hotel. When I confronted him, Leon—who had a gift for intimidation—reacted ferociously. “Is this some kind of intervention?” he roared. Marty didn’t push back. That was it.... I could have threatened to resign.... I might have shifted the power dynamic, and forced Marty into taking some action that punished Leon and validated Sarah, which might have begun to erode the impunity that made Leon’s behavior possible. But I did not. By 2002, I had already made a series of moral compromises in order to stay at TNR, and in ways I didn’t fully realize, each laid the foundation for the next.</a:t>
            </a:r>
          </a:p>
          <a:p>
            <a:pPr/>
          </a:p>
          <a:p>
            <a:pPr/>
            <a:r>
              <a:t>&gt;I don’t know know whether my experience is typical of men who are complicit in institutions that tolerate sexual harassment. What I do know is that the affirmative action I enjoyed, and the sexual harassment Sarah suffered, were connected. I was given extraordinary opportunity at TNR, in large measure, because talented women like Sarah Wildman were not. In this regard, I suspect, I have something in common with the supporters of Donald Trump. It’s not pleasant to realize that the bygone age you romanticize—the age when America was still great—was great for you, or people like you, because others were denied a fair shot....</a:t>
            </a:r>
          </a:p>
          <a:p>
            <a:pPr/>
          </a:p>
          <a:p>
            <a:pPr/>
            <a:r>
              <a:t>&gt;A lot of white American men look at Barack Obama, and Hillary Clinton, and mass immigration, and the global competition for jobs, and the taking down of Confederate monuments, and even the revolt against sexual harassment, and fear all this means there will be less left for them. And they experience these attacks on their privilege as a desecration of the natural order, an attack on institutions that benefitted them, and to which they felt deep loyalty in return…</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p:spTree>
      <p:nvGrpSpPr>
        <p:cNvPr id="1" name=""/>
        <p:cNvGrpSpPr/>
        <p:nvPr/>
      </p:nvGrpSpPr>
      <p:grpSpPr>
        <a:xfrm>
          <a:off x="0" y="0"/>
          <a:ext cx="0" cy="0"/>
          <a:chOff x="0" y="0"/>
          <a:chExt cx="0" cy="0"/>
        </a:xfrm>
      </p:grpSpPr>
      <p:sp>
        <p:nvSpPr>
          <p:cNvPr id="11" name="Author and Date"/>
          <p:cNvSpPr txBox="1"/>
          <p:nvPr>
            <p:ph type="body" sz="quarter" idx="21" hasCustomPrompt="1"/>
          </p:nvPr>
        </p:nvSpPr>
        <p:spPr>
          <a:xfrm>
            <a:off x="1201340" y="11859862"/>
            <a:ext cx="21971003"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12" name="Presentation Title"/>
          <p:cNvSpPr txBox="1"/>
          <p:nvPr>
            <p:ph type="title" hasCustomPrompt="1"/>
          </p:nvPr>
        </p:nvSpPr>
        <p:spPr>
          <a:xfrm>
            <a:off x="1206496" y="2574991"/>
            <a:ext cx="21971004" cy="4648201"/>
          </a:xfrm>
          <a:prstGeom prst="rect">
            <a:avLst/>
          </a:prstGeom>
        </p:spPr>
        <p:txBody>
          <a:bodyPr anchor="b"/>
          <a:lstStyle>
            <a:lvl1pPr>
              <a:defRPr spc="-232" sz="11600"/>
            </a:lvl1pPr>
          </a:lstStyle>
          <a:p>
            <a:pPr/>
            <a:r>
              <a:t>Presentation Title</a:t>
            </a:r>
          </a:p>
        </p:txBody>
      </p:sp>
      <p:sp>
        <p:nvSpPr>
          <p:cNvPr id="13" name="Body Level One…"/>
          <p:cNvSpPr txBox="1"/>
          <p:nvPr>
            <p:ph type="body" sz="quarter" idx="1" hasCustomPrompt="1"/>
          </p:nvPr>
        </p:nvSpPr>
        <p:spPr>
          <a:xfrm>
            <a:off x="1201342" y="7223190"/>
            <a:ext cx="21971001" cy="1905001"/>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1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p:spTree>
      <p:nvGrpSpPr>
        <p:cNvPr id="1" name=""/>
        <p:cNvGrpSpPr/>
        <p:nvPr/>
      </p:nvGrpSpPr>
      <p:grpSpPr>
        <a:xfrm>
          <a:off x="0" y="0"/>
          <a:ext cx="0" cy="0"/>
          <a:chOff x="0" y="0"/>
          <a:chExt cx="0" cy="0"/>
        </a:xfrm>
      </p:grpSpPr>
      <p:sp>
        <p:nvSpPr>
          <p:cNvPr id="21" name="666699290_02_crop_3159x1892.jpg"/>
          <p:cNvSpPr/>
          <p:nvPr>
            <p:ph type="pic" idx="21"/>
          </p:nvPr>
        </p:nvSpPr>
        <p:spPr>
          <a:xfrm>
            <a:off x="-1155700" y="-1295400"/>
            <a:ext cx="26746200" cy="16018933"/>
          </a:xfrm>
          <a:prstGeom prst="rect">
            <a:avLst/>
          </a:prstGeom>
        </p:spPr>
        <p:txBody>
          <a:bodyPr lIns="91439" tIns="45719" rIns="91439" bIns="45719">
            <a:noAutofit/>
          </a:bodyPr>
          <a:lstStyle/>
          <a:p>
            <a:pPr/>
          </a:p>
        </p:txBody>
      </p:sp>
      <p:sp>
        <p:nvSpPr>
          <p:cNvPr id="22" name="Presentation Title"/>
          <p:cNvSpPr txBox="1"/>
          <p:nvPr>
            <p:ph type="title" hasCustomPrompt="1"/>
          </p:nvPr>
        </p:nvSpPr>
        <p:spPr>
          <a:xfrm>
            <a:off x="1206500" y="7124700"/>
            <a:ext cx="21971000" cy="4648200"/>
          </a:xfrm>
          <a:prstGeom prst="rect">
            <a:avLst/>
          </a:prstGeom>
        </p:spPr>
        <p:txBody>
          <a:bodyPr anchor="b"/>
          <a:lstStyle>
            <a:lvl1pPr>
              <a:defRPr spc="-232" sz="11600"/>
            </a:lvl1pPr>
          </a:lstStyle>
          <a:p>
            <a:pPr/>
            <a:r>
              <a:t>Presentation Title</a:t>
            </a:r>
          </a:p>
        </p:txBody>
      </p:sp>
      <p:sp>
        <p:nvSpPr>
          <p:cNvPr id="23" name="Author and Date"/>
          <p:cNvSpPr txBox="1"/>
          <p:nvPr>
            <p:ph type="body" sz="quarter" idx="22" hasCustomPrompt="1"/>
          </p:nvPr>
        </p:nvSpPr>
        <p:spPr>
          <a:xfrm>
            <a:off x="1207690" y="1106137"/>
            <a:ext cx="21968621"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24" name="Body Level One…"/>
          <p:cNvSpPr txBox="1"/>
          <p:nvPr>
            <p:ph type="body" sz="quarter" idx="1" hasCustomPrompt="1"/>
          </p:nvPr>
        </p:nvSpPr>
        <p:spPr>
          <a:xfrm>
            <a:off x="1206500" y="11609910"/>
            <a:ext cx="21971000" cy="1116952"/>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2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Alt">
    <p:spTree>
      <p:nvGrpSpPr>
        <p:cNvPr id="1" name=""/>
        <p:cNvGrpSpPr/>
        <p:nvPr/>
      </p:nvGrpSpPr>
      <p:grpSpPr>
        <a:xfrm>
          <a:off x="0" y="0"/>
          <a:ext cx="0" cy="0"/>
          <a:chOff x="0" y="0"/>
          <a:chExt cx="0" cy="0"/>
        </a:xfrm>
      </p:grpSpPr>
      <p:sp>
        <p:nvSpPr>
          <p:cNvPr id="32" name="910457886_1434x1669.jpg"/>
          <p:cNvSpPr/>
          <p:nvPr>
            <p:ph type="pic" idx="21"/>
          </p:nvPr>
        </p:nvSpPr>
        <p:spPr>
          <a:xfrm>
            <a:off x="10972800" y="-203200"/>
            <a:ext cx="12144837" cy="14135100"/>
          </a:xfrm>
          <a:prstGeom prst="rect">
            <a:avLst/>
          </a:prstGeom>
        </p:spPr>
        <p:txBody>
          <a:bodyPr lIns="91439" tIns="45719" rIns="91439" bIns="45719">
            <a:noAutofit/>
          </a:bodyPr>
          <a:lstStyle/>
          <a:p>
            <a:pPr/>
          </a:p>
        </p:txBody>
      </p:sp>
      <p:sp>
        <p:nvSpPr>
          <p:cNvPr id="33" name="Slide Title"/>
          <p:cNvSpPr txBox="1"/>
          <p:nvPr>
            <p:ph type="title" hasCustomPrompt="1"/>
          </p:nvPr>
        </p:nvSpPr>
        <p:spPr>
          <a:xfrm>
            <a:off x="1206500" y="1270000"/>
            <a:ext cx="9779000" cy="5882273"/>
          </a:xfrm>
          <a:prstGeom prst="rect">
            <a:avLst/>
          </a:prstGeom>
        </p:spPr>
        <p:txBody>
          <a:bodyPr anchor="b"/>
          <a:lstStyle/>
          <a:p>
            <a:pPr/>
            <a:r>
              <a:t>Slide Title</a:t>
            </a:r>
          </a:p>
        </p:txBody>
      </p:sp>
      <p:sp>
        <p:nvSpPr>
          <p:cNvPr id="34" name="Body Level One…"/>
          <p:cNvSpPr txBox="1"/>
          <p:nvPr>
            <p:ph type="body" sz="quarter" idx="1" hasCustomPrompt="1"/>
          </p:nvPr>
        </p:nvSpPr>
        <p:spPr>
          <a:xfrm>
            <a:off x="1206500" y="7060576"/>
            <a:ext cx="9779000" cy="5385424"/>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Slide Subtitle</a:t>
            </a:r>
          </a:p>
          <a:p>
            <a:pPr lvl="1"/>
            <a:r>
              <a:t/>
            </a:r>
          </a:p>
          <a:p>
            <a:pPr lvl="2"/>
            <a:r>
              <a:t/>
            </a:r>
          </a:p>
          <a:p>
            <a:pPr lvl="3"/>
            <a:r>
              <a:t/>
            </a:r>
          </a:p>
          <a:p>
            <a:pPr lvl="4"/>
            <a:r>
              <a:t/>
            </a:r>
          </a:p>
        </p:txBody>
      </p:sp>
      <p:sp>
        <p:nvSpPr>
          <p:cNvPr id="35"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42" name="Slide Title"/>
          <p:cNvSpPr txBox="1"/>
          <p:nvPr>
            <p:ph type="title" hasCustomPrompt="1"/>
          </p:nvPr>
        </p:nvSpPr>
        <p:spPr>
          <a:prstGeom prst="rect">
            <a:avLst/>
          </a:prstGeom>
        </p:spPr>
        <p:txBody>
          <a:bodyPr/>
          <a:lstStyle/>
          <a:p>
            <a:pPr/>
            <a:r>
              <a:t>Slide Title</a:t>
            </a:r>
          </a:p>
        </p:txBody>
      </p:sp>
      <p:sp>
        <p:nvSpPr>
          <p:cNvPr id="43"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44" name="Body Level One…"/>
          <p:cNvSpPr txBox="1"/>
          <p:nvPr>
            <p:ph type="body" idx="1" hasCustomPrompt="1"/>
          </p:nvPr>
        </p:nvSpPr>
        <p:spPr>
          <a:prstGeom prst="rect">
            <a:avLst/>
          </a:prstGeom>
        </p:spPr>
        <p:txBody>
          <a:bodyPr/>
          <a:lstStyle/>
          <a:p>
            <a:pPr/>
            <a:r>
              <a:t>Slide bullet text</a:t>
            </a:r>
          </a:p>
          <a:p>
            <a:pPr lvl="1"/>
            <a:r>
              <a:t/>
            </a:r>
          </a:p>
          <a:p>
            <a:pPr lvl="2"/>
            <a:r>
              <a:t/>
            </a:r>
          </a:p>
          <a:p>
            <a:pPr lvl="3"/>
            <a:r>
              <a:t/>
            </a:r>
          </a:p>
          <a:p>
            <a:pPr lvl="4"/>
            <a:r>
              <a:t/>
            </a:r>
          </a:p>
        </p:txBody>
      </p:sp>
      <p:sp>
        <p:nvSpPr>
          <p:cNvPr id="4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ullets">
    <p:spTree>
      <p:nvGrpSpPr>
        <p:cNvPr id="1" name=""/>
        <p:cNvGrpSpPr/>
        <p:nvPr/>
      </p:nvGrpSpPr>
      <p:grpSpPr>
        <a:xfrm>
          <a:off x="0" y="0"/>
          <a:ext cx="0" cy="0"/>
          <a:chOff x="0" y="0"/>
          <a:chExt cx="0" cy="0"/>
        </a:xfrm>
      </p:grpSpPr>
      <p:sp>
        <p:nvSpPr>
          <p:cNvPr id="52" name="Body Level One…"/>
          <p:cNvSpPr txBox="1"/>
          <p:nvPr>
            <p:ph type="body" idx="1" hasCustomPrompt="1"/>
          </p:nvPr>
        </p:nvSpPr>
        <p:spPr>
          <a:prstGeom prst="rect">
            <a:avLst/>
          </a:prstGeom>
        </p:spPr>
        <p:txBody>
          <a:bodyPr numCol="2" spcCol="1098550"/>
          <a:lstStyle/>
          <a:p>
            <a:pPr/>
            <a:r>
              <a:t>Slide bullet text</a:t>
            </a:r>
          </a:p>
          <a:p>
            <a:pPr lvl="1"/>
            <a:r>
              <a:t/>
            </a:r>
          </a:p>
          <a:p>
            <a:pPr lvl="2"/>
            <a:r>
              <a:t/>
            </a:r>
          </a:p>
          <a:p>
            <a:pPr lvl="3"/>
            <a:r>
              <a:t/>
            </a:r>
          </a:p>
          <a:p>
            <a:pPr lvl="4"/>
            <a:r>
              <a:t/>
            </a:r>
          </a:p>
        </p:txBody>
      </p:sp>
      <p:sp>
        <p:nvSpPr>
          <p:cNvPr id="5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Photo">
    <p:spTree>
      <p:nvGrpSpPr>
        <p:cNvPr id="1" name=""/>
        <p:cNvGrpSpPr/>
        <p:nvPr/>
      </p:nvGrpSpPr>
      <p:grpSpPr>
        <a:xfrm>
          <a:off x="0" y="0"/>
          <a:ext cx="0" cy="0"/>
          <a:chOff x="0" y="0"/>
          <a:chExt cx="0" cy="0"/>
        </a:xfrm>
      </p:grpSpPr>
      <p:sp>
        <p:nvSpPr>
          <p:cNvPr id="60"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61"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62" name="660384004_1290x1720.jpg"/>
          <p:cNvSpPr/>
          <p:nvPr>
            <p:ph type="pic" idx="22"/>
          </p:nvPr>
        </p:nvSpPr>
        <p:spPr>
          <a:xfrm>
            <a:off x="12192000" y="-407266"/>
            <a:ext cx="10916874" cy="14555832"/>
          </a:xfrm>
          <a:prstGeom prst="rect">
            <a:avLst/>
          </a:prstGeom>
        </p:spPr>
        <p:txBody>
          <a:bodyPr lIns="91439" tIns="45719" rIns="91439" bIns="45719">
            <a:noAutofit/>
          </a:bodyPr>
          <a:lstStyle/>
          <a:p>
            <a:pPr/>
          </a:p>
        </p:txBody>
      </p:sp>
      <p:sp>
        <p:nvSpPr>
          <p:cNvPr id="6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6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p:spTree>
      <p:nvGrpSpPr>
        <p:cNvPr id="1" name=""/>
        <p:cNvGrpSpPr/>
        <p:nvPr/>
      </p:nvGrpSpPr>
      <p:grpSpPr>
        <a:xfrm>
          <a:off x="0" y="0"/>
          <a:ext cx="0" cy="0"/>
          <a:chOff x="0" y="0"/>
          <a:chExt cx="0" cy="0"/>
        </a:xfrm>
      </p:grpSpPr>
      <p:sp>
        <p:nvSpPr>
          <p:cNvPr id="71" name="Section Title"/>
          <p:cNvSpPr txBox="1"/>
          <p:nvPr>
            <p:ph type="title" hasCustomPrompt="1"/>
          </p:nvPr>
        </p:nvSpPr>
        <p:spPr>
          <a:xfrm>
            <a:off x="1206496" y="4533900"/>
            <a:ext cx="21971004" cy="4648200"/>
          </a:xfrm>
          <a:prstGeom prst="rect">
            <a:avLst/>
          </a:prstGeom>
        </p:spPr>
        <p:txBody>
          <a:bodyPr anchor="ctr"/>
          <a:lstStyle>
            <a:lvl1pPr>
              <a:defRPr b="0" spc="-232" sz="11600">
                <a:latin typeface="Helvetica Neue Medium"/>
                <a:ea typeface="Helvetica Neue Medium"/>
                <a:cs typeface="Helvetica Neue Medium"/>
                <a:sym typeface="Helvetica Neue Medium"/>
              </a:defRPr>
            </a:lvl1pPr>
          </a:lstStyle>
          <a:p>
            <a:pPr/>
            <a:r>
              <a:t>Section Title</a:t>
            </a:r>
          </a:p>
        </p:txBody>
      </p:sp>
      <p:sp>
        <p:nvSpPr>
          <p:cNvPr id="72"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79" name="Slide Title"/>
          <p:cNvSpPr txBox="1"/>
          <p:nvPr>
            <p:ph type="title" hasCustomPrompt="1"/>
          </p:nvPr>
        </p:nvSpPr>
        <p:spPr>
          <a:xfrm>
            <a:off x="1206500" y="1079500"/>
            <a:ext cx="21971000" cy="1434949"/>
          </a:xfrm>
          <a:prstGeom prst="rect">
            <a:avLst/>
          </a:prstGeom>
        </p:spPr>
        <p:txBody>
          <a:bodyPr/>
          <a:lstStyle/>
          <a:p>
            <a:pPr/>
            <a:r>
              <a:t>Slide Title</a:t>
            </a:r>
          </a:p>
        </p:txBody>
      </p:sp>
      <p:sp>
        <p:nvSpPr>
          <p:cNvPr id="80"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8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Agenda">
    <p:spTree>
      <p:nvGrpSpPr>
        <p:cNvPr id="1" name=""/>
        <p:cNvGrpSpPr/>
        <p:nvPr/>
      </p:nvGrpSpPr>
      <p:grpSpPr>
        <a:xfrm>
          <a:off x="0" y="0"/>
          <a:ext cx="0" cy="0"/>
          <a:chOff x="0" y="0"/>
          <a:chExt cx="0" cy="0"/>
        </a:xfrm>
      </p:grpSpPr>
      <p:sp>
        <p:nvSpPr>
          <p:cNvPr id="88" name="Agenda Title"/>
          <p:cNvSpPr txBox="1"/>
          <p:nvPr>
            <p:ph type="title" hasCustomPrompt="1"/>
          </p:nvPr>
        </p:nvSpPr>
        <p:spPr>
          <a:xfrm>
            <a:off x="1206500" y="1079500"/>
            <a:ext cx="21971000" cy="1435100"/>
          </a:xfrm>
          <a:prstGeom prst="rect">
            <a:avLst/>
          </a:prstGeom>
        </p:spPr>
        <p:txBody>
          <a:bodyPr/>
          <a:lstStyle/>
          <a:p>
            <a:pPr/>
            <a:r>
              <a:t>Agenda Title</a:t>
            </a:r>
          </a:p>
        </p:txBody>
      </p:sp>
      <p:sp>
        <p:nvSpPr>
          <p:cNvPr id="89" name="Agenda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Agenda Subtitle</a:t>
            </a:r>
          </a:p>
        </p:txBody>
      </p:sp>
      <p:sp>
        <p:nvSpPr>
          <p:cNvPr id="90" name="Body Level One…"/>
          <p:cNvSpPr txBox="1"/>
          <p:nvPr>
            <p:ph type="body" idx="1" hasCustomPrompt="1"/>
          </p:nvPr>
        </p:nvSpPr>
        <p:spPr>
          <a:prstGeom prst="rect">
            <a:avLst/>
          </a:prstGeom>
        </p:spPr>
        <p:txBody>
          <a:bodyPr/>
          <a:lstStyle>
            <a:lvl1pPr marL="0" indent="0" defTabSz="825500">
              <a:lnSpc>
                <a:spcPct val="100000"/>
              </a:lnSpc>
              <a:spcBef>
                <a:spcPts val="1800"/>
              </a:spcBef>
              <a:buSzTx/>
              <a:buNone/>
              <a:defRPr spc="-55" sz="5500"/>
            </a:lvl1pPr>
            <a:lvl2pPr marL="0" indent="457200" defTabSz="825500">
              <a:lnSpc>
                <a:spcPct val="100000"/>
              </a:lnSpc>
              <a:spcBef>
                <a:spcPts val="1800"/>
              </a:spcBef>
              <a:buSzTx/>
              <a:buNone/>
              <a:defRPr spc="-55" sz="5500"/>
            </a:lvl2pPr>
            <a:lvl3pPr marL="0" indent="914400" defTabSz="825500">
              <a:lnSpc>
                <a:spcPct val="100000"/>
              </a:lnSpc>
              <a:spcBef>
                <a:spcPts val="1800"/>
              </a:spcBef>
              <a:buSzTx/>
              <a:buNone/>
              <a:defRPr spc="-55" sz="5500"/>
            </a:lvl3pPr>
            <a:lvl4pPr marL="0" indent="1371600" defTabSz="825500">
              <a:lnSpc>
                <a:spcPct val="100000"/>
              </a:lnSpc>
              <a:spcBef>
                <a:spcPts val="1800"/>
              </a:spcBef>
              <a:buSzTx/>
              <a:buNone/>
              <a:defRPr spc="-55" sz="5500"/>
            </a:lvl4pPr>
            <a:lvl5pPr marL="0" indent="1828800" defTabSz="825500">
              <a:lnSpc>
                <a:spcPct val="100000"/>
              </a:lnSpc>
              <a:spcBef>
                <a:spcPts val="1800"/>
              </a:spcBef>
              <a:buSzTx/>
              <a:buNone/>
              <a:defRPr spc="-55" sz="5500"/>
            </a:lvl5pPr>
          </a:lstStyle>
          <a:p>
            <a:pPr/>
            <a:r>
              <a:t>Agenda Topics</a:t>
            </a:r>
          </a:p>
          <a:p>
            <a:pPr lvl="1"/>
            <a:r>
              <a:t/>
            </a:r>
          </a:p>
          <a:p>
            <a:pPr lvl="2"/>
            <a:r>
              <a:t/>
            </a:r>
          </a:p>
          <a:p>
            <a:pPr lvl="3"/>
            <a:r>
              <a:t/>
            </a:r>
          </a:p>
          <a:p>
            <a:pPr lvl="4"/>
            <a:r>
              <a:t/>
            </a:r>
          </a:p>
        </p:txBody>
      </p:sp>
      <p:sp>
        <p:nvSpPr>
          <p:cNvPr id="9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tatement">
    <p:spTree>
      <p:nvGrpSpPr>
        <p:cNvPr id="1" name=""/>
        <p:cNvGrpSpPr/>
        <p:nvPr/>
      </p:nvGrpSpPr>
      <p:grpSpPr>
        <a:xfrm>
          <a:off x="0" y="0"/>
          <a:ext cx="0" cy="0"/>
          <a:chOff x="0" y="0"/>
          <a:chExt cx="0" cy="0"/>
        </a:xfrm>
      </p:grpSpPr>
      <p:sp>
        <p:nvSpPr>
          <p:cNvPr id="98" name="Body Level One…"/>
          <p:cNvSpPr txBox="1"/>
          <p:nvPr>
            <p:ph type="body" sz="half" idx="1" hasCustomPrompt="1"/>
          </p:nvPr>
        </p:nvSpPr>
        <p:spPr>
          <a:xfrm>
            <a:off x="1206500" y="4920843"/>
            <a:ext cx="21971000" cy="3874314"/>
          </a:xfrm>
          <a:prstGeom prst="rect">
            <a:avLst/>
          </a:prstGeom>
        </p:spPr>
        <p:txBody>
          <a:bodyPr anchor="ctr"/>
          <a:lstStyle>
            <a:lvl1pPr marL="0" indent="0" algn="ctr">
              <a:lnSpc>
                <a:spcPct val="80000"/>
              </a:lnSpc>
              <a:spcBef>
                <a:spcPts val="0"/>
              </a:spcBef>
              <a:buSzTx/>
              <a:buNone/>
              <a:defRPr spc="-232" sz="11600">
                <a:latin typeface="Helvetica Neue Medium"/>
                <a:ea typeface="Helvetica Neue Medium"/>
                <a:cs typeface="Helvetica Neue Medium"/>
                <a:sym typeface="Helvetica Neue Medium"/>
              </a:defRPr>
            </a:lvl1pPr>
            <a:lvl2pPr marL="0" indent="457200" algn="ctr">
              <a:lnSpc>
                <a:spcPct val="80000"/>
              </a:lnSpc>
              <a:spcBef>
                <a:spcPts val="0"/>
              </a:spcBef>
              <a:buSzTx/>
              <a:buNone/>
              <a:defRPr spc="-232" sz="11600">
                <a:latin typeface="Helvetica Neue Medium"/>
                <a:ea typeface="Helvetica Neue Medium"/>
                <a:cs typeface="Helvetica Neue Medium"/>
                <a:sym typeface="Helvetica Neue Medium"/>
              </a:defRPr>
            </a:lvl2pPr>
            <a:lvl3pPr marL="0" indent="914400" algn="ctr">
              <a:lnSpc>
                <a:spcPct val="80000"/>
              </a:lnSpc>
              <a:spcBef>
                <a:spcPts val="0"/>
              </a:spcBef>
              <a:buSzTx/>
              <a:buNone/>
              <a:defRPr spc="-232" sz="11600">
                <a:latin typeface="Helvetica Neue Medium"/>
                <a:ea typeface="Helvetica Neue Medium"/>
                <a:cs typeface="Helvetica Neue Medium"/>
                <a:sym typeface="Helvetica Neue Medium"/>
              </a:defRPr>
            </a:lvl3pPr>
            <a:lvl4pPr marL="0" indent="1371600" algn="ctr">
              <a:lnSpc>
                <a:spcPct val="80000"/>
              </a:lnSpc>
              <a:spcBef>
                <a:spcPts val="0"/>
              </a:spcBef>
              <a:buSzTx/>
              <a:buNone/>
              <a:defRPr spc="-232" sz="11600">
                <a:latin typeface="Helvetica Neue Medium"/>
                <a:ea typeface="Helvetica Neue Medium"/>
                <a:cs typeface="Helvetica Neue Medium"/>
                <a:sym typeface="Helvetica Neue Medium"/>
              </a:defRPr>
            </a:lvl4pPr>
            <a:lvl5pPr marL="0" indent="1828800" algn="ctr">
              <a:lnSpc>
                <a:spcPct val="80000"/>
              </a:lnSpc>
              <a:spcBef>
                <a:spcPts val="0"/>
              </a:spcBef>
              <a:buSzTx/>
              <a:buNone/>
              <a:defRPr spc="-232" sz="11600">
                <a:latin typeface="Helvetica Neue Medium"/>
                <a:ea typeface="Helvetica Neue Medium"/>
                <a:cs typeface="Helvetica Neue Medium"/>
                <a:sym typeface="Helvetica Neue Medium"/>
              </a:defRPr>
            </a:lvl5pPr>
          </a:lstStyle>
          <a:p>
            <a:pPr/>
            <a:r>
              <a:t>Statement</a:t>
            </a:r>
          </a:p>
          <a:p>
            <a:pPr lvl="1"/>
            <a:r>
              <a:t/>
            </a:r>
          </a:p>
          <a:p>
            <a:pPr lvl="2"/>
            <a:r>
              <a:t/>
            </a:r>
          </a:p>
          <a:p>
            <a:pPr lvl="3"/>
            <a:r>
              <a:t/>
            </a:r>
          </a:p>
          <a:p>
            <a:pPr lvl="4"/>
            <a:r>
              <a:t/>
            </a:r>
          </a:p>
        </p:txBody>
      </p:sp>
      <p:sp>
        <p:nvSpPr>
          <p:cNvPr id="9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ig Fact">
    <p:spTree>
      <p:nvGrpSpPr>
        <p:cNvPr id="1" name=""/>
        <p:cNvGrpSpPr/>
        <p:nvPr/>
      </p:nvGrpSpPr>
      <p:grpSpPr>
        <a:xfrm>
          <a:off x="0" y="0"/>
          <a:ext cx="0" cy="0"/>
          <a:chOff x="0" y="0"/>
          <a:chExt cx="0" cy="0"/>
        </a:xfrm>
      </p:grpSpPr>
      <p:sp>
        <p:nvSpPr>
          <p:cNvPr id="106" name="Body Level One…"/>
          <p:cNvSpPr txBox="1"/>
          <p:nvPr>
            <p:ph type="body" idx="1" hasCustomPrompt="1"/>
          </p:nvPr>
        </p:nvSpPr>
        <p:spPr>
          <a:xfrm>
            <a:off x="1206500" y="1075927"/>
            <a:ext cx="21971000" cy="7241584"/>
          </a:xfrm>
          <a:prstGeom prst="rect">
            <a:avLst/>
          </a:prstGeom>
        </p:spPr>
        <p:txBody>
          <a:bodyPr anchor="b"/>
          <a:lstStyle>
            <a:lvl1pPr marL="0" indent="0" algn="ctr">
              <a:lnSpc>
                <a:spcPct val="80000"/>
              </a:lnSpc>
              <a:spcBef>
                <a:spcPts val="0"/>
              </a:spcBef>
              <a:buSzTx/>
              <a:buNone/>
              <a:defRPr b="1" spc="-250" sz="25000"/>
            </a:lvl1pPr>
            <a:lvl2pPr marL="0" indent="457200" algn="ctr">
              <a:lnSpc>
                <a:spcPct val="80000"/>
              </a:lnSpc>
              <a:spcBef>
                <a:spcPts val="0"/>
              </a:spcBef>
              <a:buSzTx/>
              <a:buNone/>
              <a:defRPr b="1" spc="-250" sz="25000"/>
            </a:lvl2pPr>
            <a:lvl3pPr marL="0" indent="914400" algn="ctr">
              <a:lnSpc>
                <a:spcPct val="80000"/>
              </a:lnSpc>
              <a:spcBef>
                <a:spcPts val="0"/>
              </a:spcBef>
              <a:buSzTx/>
              <a:buNone/>
              <a:defRPr b="1" spc="-250" sz="25000"/>
            </a:lvl3pPr>
            <a:lvl4pPr marL="0" indent="1371600" algn="ctr">
              <a:lnSpc>
                <a:spcPct val="80000"/>
              </a:lnSpc>
              <a:spcBef>
                <a:spcPts val="0"/>
              </a:spcBef>
              <a:buSzTx/>
              <a:buNone/>
              <a:defRPr b="1" spc="-250" sz="25000"/>
            </a:lvl4pPr>
            <a:lvl5pPr marL="0" indent="1828800" algn="ctr">
              <a:lnSpc>
                <a:spcPct val="80000"/>
              </a:lnSpc>
              <a:spcBef>
                <a:spcPts val="0"/>
              </a:spcBef>
              <a:buSzTx/>
              <a:buNone/>
              <a:defRPr b="1" spc="-250" sz="25000"/>
            </a:lvl5pPr>
          </a:lstStyle>
          <a:p>
            <a:pPr/>
            <a:r>
              <a:t>100%</a:t>
            </a:r>
          </a:p>
          <a:p>
            <a:pPr lvl="1"/>
            <a:r>
              <a:t/>
            </a:r>
          </a:p>
          <a:p>
            <a:pPr lvl="2"/>
            <a:r>
              <a:t/>
            </a:r>
          </a:p>
          <a:p>
            <a:pPr lvl="3"/>
            <a:r>
              <a:t/>
            </a:r>
          </a:p>
          <a:p>
            <a:pPr lvl="4"/>
            <a:r>
              <a:t/>
            </a:r>
          </a:p>
        </p:txBody>
      </p:sp>
      <p:sp>
        <p:nvSpPr>
          <p:cNvPr id="107" name="Fact information"/>
          <p:cNvSpPr txBox="1"/>
          <p:nvPr>
            <p:ph type="body" sz="quarter" idx="21" hasCustomPrompt="1"/>
          </p:nvPr>
        </p:nvSpPr>
        <p:spPr>
          <a:xfrm>
            <a:off x="1206500" y="8262180"/>
            <a:ext cx="21971000" cy="934780"/>
          </a:xfrm>
          <a:prstGeom prst="rect">
            <a:avLst/>
          </a:prstGeom>
        </p:spPr>
        <p:txBody>
          <a:bodyPr lIns="45719" tIns="45719" rIns="45719" bIns="45719"/>
          <a:lstStyle>
            <a:lvl1pPr marL="0" indent="0" algn="ctr" defTabSz="825500">
              <a:lnSpc>
                <a:spcPct val="100000"/>
              </a:lnSpc>
              <a:spcBef>
                <a:spcPts val="0"/>
              </a:spcBef>
              <a:buSzTx/>
              <a:buNone/>
              <a:defRPr b="1" sz="5500"/>
            </a:lvl1pPr>
          </a:lstStyle>
          <a:p>
            <a:pPr/>
            <a:r>
              <a:t>Fact information</a:t>
            </a:r>
          </a:p>
        </p:txBody>
      </p:sp>
      <p:sp>
        <p:nvSpPr>
          <p:cNvPr id="10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Quote">
    <p:spTree>
      <p:nvGrpSpPr>
        <p:cNvPr id="1" name=""/>
        <p:cNvGrpSpPr/>
        <p:nvPr/>
      </p:nvGrpSpPr>
      <p:grpSpPr>
        <a:xfrm>
          <a:off x="0" y="0"/>
          <a:ext cx="0" cy="0"/>
          <a:chOff x="0" y="0"/>
          <a:chExt cx="0" cy="0"/>
        </a:xfrm>
      </p:grpSpPr>
      <p:sp>
        <p:nvSpPr>
          <p:cNvPr id="115" name="Attribution"/>
          <p:cNvSpPr txBox="1"/>
          <p:nvPr>
            <p:ph type="body" sz="quarter" idx="21" hasCustomPrompt="1"/>
          </p:nvPr>
        </p:nvSpPr>
        <p:spPr>
          <a:xfrm>
            <a:off x="2430025" y="10675453"/>
            <a:ext cx="20200052"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Attribution</a:t>
            </a:r>
          </a:p>
        </p:txBody>
      </p:sp>
      <p:sp>
        <p:nvSpPr>
          <p:cNvPr id="116" name="Body Level One…"/>
          <p:cNvSpPr txBox="1"/>
          <p:nvPr>
            <p:ph type="body" sz="half" idx="1" hasCustomPrompt="1"/>
          </p:nvPr>
        </p:nvSpPr>
        <p:spPr>
          <a:xfrm>
            <a:off x="1753923" y="4939860"/>
            <a:ext cx="20876154" cy="3836280"/>
          </a:xfrm>
          <a:prstGeom prst="rect">
            <a:avLst/>
          </a:prstGeom>
        </p:spPr>
        <p:txBody>
          <a:bodyPr/>
          <a:lstStyle>
            <a:lvl1pPr marL="638923" indent="-469900">
              <a:spcBef>
                <a:spcPts val="0"/>
              </a:spcBef>
              <a:buSzTx/>
              <a:buNone/>
              <a:defRPr spc="-170" sz="8500">
                <a:latin typeface="Helvetica Neue Medium"/>
                <a:ea typeface="Helvetica Neue Medium"/>
                <a:cs typeface="Helvetica Neue Medium"/>
                <a:sym typeface="Helvetica Neue Medium"/>
              </a:defRPr>
            </a:lvl1pPr>
            <a:lvl2pPr marL="638923" indent="-12700">
              <a:spcBef>
                <a:spcPts val="0"/>
              </a:spcBef>
              <a:buSzTx/>
              <a:buNone/>
              <a:defRPr spc="-170" sz="8500">
                <a:latin typeface="Helvetica Neue Medium"/>
                <a:ea typeface="Helvetica Neue Medium"/>
                <a:cs typeface="Helvetica Neue Medium"/>
                <a:sym typeface="Helvetica Neue Medium"/>
              </a:defRPr>
            </a:lvl2pPr>
            <a:lvl3pPr marL="638923" indent="444500">
              <a:spcBef>
                <a:spcPts val="0"/>
              </a:spcBef>
              <a:buSzTx/>
              <a:buNone/>
              <a:defRPr spc="-170" sz="8500">
                <a:latin typeface="Helvetica Neue Medium"/>
                <a:ea typeface="Helvetica Neue Medium"/>
                <a:cs typeface="Helvetica Neue Medium"/>
                <a:sym typeface="Helvetica Neue Medium"/>
              </a:defRPr>
            </a:lvl3pPr>
            <a:lvl4pPr marL="638923" indent="901700">
              <a:spcBef>
                <a:spcPts val="0"/>
              </a:spcBef>
              <a:buSzTx/>
              <a:buNone/>
              <a:defRPr spc="-170" sz="8500">
                <a:latin typeface="Helvetica Neue Medium"/>
                <a:ea typeface="Helvetica Neue Medium"/>
                <a:cs typeface="Helvetica Neue Medium"/>
                <a:sym typeface="Helvetica Neue Medium"/>
              </a:defRPr>
            </a:lvl4pPr>
            <a:lvl5pPr marL="638923" indent="1358900">
              <a:spcBef>
                <a:spcPts val="0"/>
              </a:spcBef>
              <a:buSzTx/>
              <a:buNone/>
              <a:defRPr spc="-170" sz="8500">
                <a:latin typeface="Helvetica Neue Medium"/>
                <a:ea typeface="Helvetica Neue Medium"/>
                <a:cs typeface="Helvetica Neue Medium"/>
                <a:sym typeface="Helvetica Neue Medium"/>
              </a:defRPr>
            </a:lvl5pPr>
          </a:lstStyle>
          <a:p>
            <a:pPr/>
            <a:r>
              <a:t>“Notable Quote”</a:t>
            </a:r>
          </a:p>
          <a:p>
            <a:pPr lvl="1"/>
            <a:r>
              <a:t/>
            </a:r>
          </a:p>
          <a:p>
            <a:pPr lvl="2"/>
            <a:r>
              <a:t/>
            </a:r>
          </a:p>
          <a:p>
            <a:pPr lvl="3"/>
            <a:r>
              <a:t/>
            </a:r>
          </a:p>
          <a:p>
            <a:pPr lvl="4"/>
            <a:r>
              <a:t/>
            </a:r>
          </a:p>
        </p:txBody>
      </p:sp>
      <p:sp>
        <p:nvSpPr>
          <p:cNvPr id="11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 3 Up">
    <p:spTree>
      <p:nvGrpSpPr>
        <p:cNvPr id="1" name=""/>
        <p:cNvGrpSpPr/>
        <p:nvPr/>
      </p:nvGrpSpPr>
      <p:grpSpPr>
        <a:xfrm>
          <a:off x="0" y="0"/>
          <a:ext cx="0" cy="0"/>
          <a:chOff x="0" y="0"/>
          <a:chExt cx="0" cy="0"/>
        </a:xfrm>
      </p:grpSpPr>
      <p:sp>
        <p:nvSpPr>
          <p:cNvPr id="124" name="Image"/>
          <p:cNvSpPr/>
          <p:nvPr>
            <p:ph type="pic" sz="quarter" idx="21"/>
          </p:nvPr>
        </p:nvSpPr>
        <p:spPr>
          <a:xfrm>
            <a:off x="15760700" y="1016000"/>
            <a:ext cx="7439099" cy="5949678"/>
          </a:xfrm>
          <a:prstGeom prst="rect">
            <a:avLst/>
          </a:prstGeom>
        </p:spPr>
        <p:txBody>
          <a:bodyPr lIns="91439" tIns="45719" rIns="91439" bIns="45719">
            <a:noAutofit/>
          </a:bodyPr>
          <a:lstStyle/>
          <a:p>
            <a:pPr/>
          </a:p>
        </p:txBody>
      </p:sp>
      <p:sp>
        <p:nvSpPr>
          <p:cNvPr id="125" name="Image"/>
          <p:cNvSpPr/>
          <p:nvPr>
            <p:ph type="pic" sz="half" idx="22"/>
          </p:nvPr>
        </p:nvSpPr>
        <p:spPr>
          <a:xfrm>
            <a:off x="13500100" y="3978275"/>
            <a:ext cx="10439400" cy="12150181"/>
          </a:xfrm>
          <a:prstGeom prst="rect">
            <a:avLst/>
          </a:prstGeom>
        </p:spPr>
        <p:txBody>
          <a:bodyPr lIns="91439" tIns="45719" rIns="91439" bIns="45719">
            <a:noAutofit/>
          </a:bodyPr>
          <a:lstStyle/>
          <a:p>
            <a:pPr/>
          </a:p>
        </p:txBody>
      </p:sp>
      <p:sp>
        <p:nvSpPr>
          <p:cNvPr id="126" name="Image"/>
          <p:cNvSpPr/>
          <p:nvPr>
            <p:ph type="pic" idx="23"/>
          </p:nvPr>
        </p:nvSpPr>
        <p:spPr>
          <a:xfrm>
            <a:off x="-139700" y="495300"/>
            <a:ext cx="16611600" cy="12458700"/>
          </a:xfrm>
          <a:prstGeom prst="rect">
            <a:avLst/>
          </a:prstGeom>
        </p:spPr>
        <p:txBody>
          <a:bodyPr lIns="91439" tIns="45719" rIns="91439" bIns="45719">
            <a:noAutofit/>
          </a:bodyPr>
          <a:lstStyle/>
          <a:p>
            <a:pPr/>
          </a:p>
        </p:txBody>
      </p:sp>
      <p:sp>
        <p:nvSpPr>
          <p:cNvPr id="12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p:spTree>
      <p:nvGrpSpPr>
        <p:cNvPr id="1" name=""/>
        <p:cNvGrpSpPr/>
        <p:nvPr/>
      </p:nvGrpSpPr>
      <p:grpSpPr>
        <a:xfrm>
          <a:off x="0" y="0"/>
          <a:ext cx="0" cy="0"/>
          <a:chOff x="0" y="0"/>
          <a:chExt cx="0" cy="0"/>
        </a:xfrm>
      </p:grpSpPr>
      <p:sp>
        <p:nvSpPr>
          <p:cNvPr id="134" name="Image"/>
          <p:cNvSpPr/>
          <p:nvPr>
            <p:ph type="pic" idx="21"/>
          </p:nvPr>
        </p:nvSpPr>
        <p:spPr>
          <a:xfrm>
            <a:off x="-1333500" y="-5524500"/>
            <a:ext cx="27051000" cy="21640800"/>
          </a:xfrm>
          <a:prstGeom prst="rect">
            <a:avLst/>
          </a:prstGeom>
        </p:spPr>
        <p:txBody>
          <a:bodyPr lIns="91439" tIns="45719" rIns="91439" bIns="45719">
            <a:noAutofit/>
          </a:bodyPr>
          <a:lstStyle/>
          <a:p>
            <a:pPr/>
          </a:p>
        </p:txBody>
      </p:sp>
      <p:sp>
        <p:nvSpPr>
          <p:cNvPr id="135" name="Slide Number"/>
          <p:cNvSpPr txBox="1"/>
          <p:nvPr>
            <p:ph type="sldNum" sz="quarter" idx="2"/>
          </p:nvPr>
        </p:nvSpPr>
        <p:spPr>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14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49" name="Title Text"/>
          <p:cNvSpPr txBox="1"/>
          <p:nvPr>
            <p:ph type="title"/>
          </p:nvPr>
        </p:nvSpPr>
        <p:spPr>
          <a:xfrm>
            <a:off x="4387451" y="625075"/>
            <a:ext cx="15609097" cy="3036098"/>
          </a:xfrm>
          <a:prstGeom prst="rect">
            <a:avLst/>
          </a:prstGeom>
        </p:spPr>
        <p:txBody>
          <a:bodyPr lIns="71435" tIns="71435" rIns="71435" bIns="71435" anchor="ctr"/>
          <a:lstStyle>
            <a:lvl1pPr algn="ctr" defTabSz="821529">
              <a:lnSpc>
                <a:spcPct val="100000"/>
              </a:lnSpc>
              <a:defRPr b="0" spc="0" sz="10800">
                <a:latin typeface="Helvetica Light"/>
                <a:ea typeface="Helvetica Light"/>
                <a:cs typeface="Helvetica Light"/>
                <a:sym typeface="Helvetica Light"/>
              </a:defRPr>
            </a:lvl1pPr>
          </a:lstStyle>
          <a:p>
            <a:pPr/>
            <a:r>
              <a:t>Title Text</a:t>
            </a:r>
          </a:p>
        </p:txBody>
      </p:sp>
      <p:sp>
        <p:nvSpPr>
          <p:cNvPr id="150" name="Body Level One…"/>
          <p:cNvSpPr txBox="1"/>
          <p:nvPr>
            <p:ph type="body" idx="1"/>
          </p:nvPr>
        </p:nvSpPr>
        <p:spPr>
          <a:xfrm>
            <a:off x="4387451" y="3661169"/>
            <a:ext cx="15609097" cy="8840395"/>
          </a:xfrm>
          <a:prstGeom prst="rect">
            <a:avLst/>
          </a:prstGeom>
        </p:spPr>
        <p:txBody>
          <a:bodyPr lIns="71435" tIns="71435" rIns="71435" bIns="71435" anchor="ctr"/>
          <a:lstStyle>
            <a:lvl1pPr marL="592664" indent="-592664" defTabSz="583286">
              <a:lnSpc>
                <a:spcPct val="100000"/>
              </a:lnSpc>
              <a:spcBef>
                <a:spcPts val="1600"/>
              </a:spcBef>
              <a:buSzPct val="75000"/>
              <a:defRPr>
                <a:latin typeface="Helvetica"/>
                <a:ea typeface="Helvetica"/>
                <a:cs typeface="Helvetica"/>
                <a:sym typeface="Helvetica"/>
              </a:defRPr>
            </a:lvl1pPr>
            <a:lvl2pPr marL="1037164" indent="-592664" defTabSz="583286">
              <a:lnSpc>
                <a:spcPct val="100000"/>
              </a:lnSpc>
              <a:spcBef>
                <a:spcPts val="1600"/>
              </a:spcBef>
              <a:buSzPct val="75000"/>
              <a:defRPr>
                <a:latin typeface="Helvetica"/>
                <a:ea typeface="Helvetica"/>
                <a:cs typeface="Helvetica"/>
                <a:sym typeface="Helvetica"/>
              </a:defRPr>
            </a:lvl2pPr>
            <a:lvl3pPr marL="1481664" indent="-592664" defTabSz="583286">
              <a:lnSpc>
                <a:spcPct val="100000"/>
              </a:lnSpc>
              <a:spcBef>
                <a:spcPts val="1600"/>
              </a:spcBef>
              <a:buSzPct val="75000"/>
              <a:defRPr>
                <a:latin typeface="Helvetica"/>
                <a:ea typeface="Helvetica"/>
                <a:cs typeface="Helvetica"/>
                <a:sym typeface="Helvetica"/>
              </a:defRPr>
            </a:lvl3pPr>
            <a:lvl4pPr marL="1926164" indent="-592664" defTabSz="583286">
              <a:lnSpc>
                <a:spcPct val="100000"/>
              </a:lnSpc>
              <a:spcBef>
                <a:spcPts val="1600"/>
              </a:spcBef>
              <a:buSzPct val="75000"/>
              <a:defRPr>
                <a:latin typeface="Helvetica"/>
                <a:ea typeface="Helvetica"/>
                <a:cs typeface="Helvetica"/>
                <a:sym typeface="Helvetica"/>
              </a:defRPr>
            </a:lvl4pPr>
            <a:lvl5pPr marL="2370664" indent="-592664" defTabSz="583286">
              <a:lnSpc>
                <a:spcPct val="100000"/>
              </a:lnSpc>
              <a:spcBef>
                <a:spcPts val="1600"/>
              </a:spcBef>
              <a:buSzPct val="75000"/>
              <a:defRPr>
                <a:latin typeface="Helvetica"/>
                <a:ea typeface="Helvetica"/>
                <a:cs typeface="Helvetica"/>
                <a:sym typeface="Helvetica"/>
              </a:defRPr>
            </a:lvl5pPr>
          </a:lstStyle>
          <a:p>
            <a:pPr/>
            <a:r>
              <a:t>Body Level One</a:t>
            </a:r>
          </a:p>
          <a:p>
            <a:pPr lvl="1"/>
            <a:r>
              <a:t>Body Level Two</a:t>
            </a:r>
          </a:p>
          <a:p>
            <a:pPr lvl="2"/>
            <a:r>
              <a:t>Body Level Three</a:t>
            </a:r>
          </a:p>
          <a:p>
            <a:pPr lvl="3"/>
            <a:r>
              <a:t>Body Level Four</a:t>
            </a:r>
          </a:p>
          <a:p>
            <a:pPr lvl="4"/>
            <a:r>
              <a:t>Body Level Five</a:t>
            </a:r>
          </a:p>
        </p:txBody>
      </p:sp>
      <p:sp>
        <p:nvSpPr>
          <p:cNvPr id="151" name="Slide Number"/>
          <p:cNvSpPr txBox="1"/>
          <p:nvPr>
            <p:ph type="sldNum" sz="quarter" idx="2"/>
          </p:nvPr>
        </p:nvSpPr>
        <p:spPr>
          <a:xfrm>
            <a:off x="11949937" y="13010554"/>
            <a:ext cx="466266" cy="473073"/>
          </a:xfrm>
          <a:prstGeom prst="rect">
            <a:avLst/>
          </a:prstGeom>
        </p:spPr>
        <p:txBody>
          <a:bodyPr lIns="71435" tIns="71435" rIns="71435" bIns="71435" anchor="t"/>
          <a:lstStyle>
            <a:lvl1pPr defTabSz="821529">
              <a:defRPr sz="22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58" name="Title Text"/>
          <p:cNvSpPr txBox="1"/>
          <p:nvPr>
            <p:ph type="title"/>
          </p:nvPr>
        </p:nvSpPr>
        <p:spPr>
          <a:xfrm>
            <a:off x="4387451" y="625075"/>
            <a:ext cx="15609097" cy="3036098"/>
          </a:xfrm>
          <a:prstGeom prst="rect">
            <a:avLst/>
          </a:prstGeom>
        </p:spPr>
        <p:txBody>
          <a:bodyPr lIns="71435" tIns="71435" rIns="71435" bIns="71435" anchor="ctr"/>
          <a:lstStyle>
            <a:lvl1pPr algn="ctr" defTabSz="714732">
              <a:lnSpc>
                <a:spcPct val="100000"/>
              </a:lnSpc>
              <a:defRPr spc="0" sz="16000">
                <a:solidFill>
                  <a:srgbClr val="000080"/>
                </a:solidFill>
                <a:latin typeface="Helvetica"/>
                <a:ea typeface="Helvetica"/>
                <a:cs typeface="Helvetica"/>
                <a:sym typeface="Helvetica"/>
              </a:defRPr>
            </a:lvl1pPr>
          </a:lstStyle>
          <a:p>
            <a:pPr/>
            <a:r>
              <a:t>Title Text</a:t>
            </a:r>
          </a:p>
        </p:txBody>
      </p:sp>
      <p:sp>
        <p:nvSpPr>
          <p:cNvPr id="159" name="Body Level One…"/>
          <p:cNvSpPr txBox="1"/>
          <p:nvPr>
            <p:ph type="body" idx="1"/>
          </p:nvPr>
        </p:nvSpPr>
        <p:spPr>
          <a:xfrm>
            <a:off x="4387451" y="3661169"/>
            <a:ext cx="15609097" cy="8840395"/>
          </a:xfrm>
          <a:prstGeom prst="rect">
            <a:avLst/>
          </a:prstGeom>
        </p:spPr>
        <p:txBody>
          <a:bodyPr lIns="71435" tIns="71435" rIns="71435" bIns="71435" anchor="ctr"/>
          <a:lstStyle>
            <a:lvl1pPr marL="543275" indent="-543275" defTabSz="821529">
              <a:lnSpc>
                <a:spcPct val="100000"/>
              </a:lnSpc>
              <a:spcBef>
                <a:spcPts val="5800"/>
              </a:spcBef>
              <a:buSzPct val="75000"/>
              <a:defRPr sz="4400">
                <a:latin typeface="Helvetica Light"/>
                <a:ea typeface="Helvetica Light"/>
                <a:cs typeface="Helvetica Light"/>
                <a:sym typeface="Helvetica Light"/>
              </a:defRPr>
            </a:lvl1pPr>
            <a:lvl2pPr marL="987776" indent="-543276" defTabSz="821529">
              <a:lnSpc>
                <a:spcPct val="100000"/>
              </a:lnSpc>
              <a:spcBef>
                <a:spcPts val="5800"/>
              </a:spcBef>
              <a:buSzPct val="75000"/>
              <a:defRPr sz="4400">
                <a:latin typeface="Helvetica Light"/>
                <a:ea typeface="Helvetica Light"/>
                <a:cs typeface="Helvetica Light"/>
                <a:sym typeface="Helvetica Light"/>
              </a:defRPr>
            </a:lvl2pPr>
            <a:lvl3pPr marL="1432275" indent="-543275" defTabSz="821529">
              <a:lnSpc>
                <a:spcPct val="100000"/>
              </a:lnSpc>
              <a:spcBef>
                <a:spcPts val="5800"/>
              </a:spcBef>
              <a:buSzPct val="75000"/>
              <a:defRPr sz="4400">
                <a:latin typeface="Helvetica Light"/>
                <a:ea typeface="Helvetica Light"/>
                <a:cs typeface="Helvetica Light"/>
                <a:sym typeface="Helvetica Light"/>
              </a:defRPr>
            </a:lvl3pPr>
            <a:lvl4pPr marL="1876775" indent="-543275" defTabSz="821529">
              <a:lnSpc>
                <a:spcPct val="100000"/>
              </a:lnSpc>
              <a:spcBef>
                <a:spcPts val="5800"/>
              </a:spcBef>
              <a:buSzPct val="75000"/>
              <a:defRPr sz="4400">
                <a:latin typeface="Helvetica Light"/>
                <a:ea typeface="Helvetica Light"/>
                <a:cs typeface="Helvetica Light"/>
                <a:sym typeface="Helvetica Light"/>
              </a:defRPr>
            </a:lvl4pPr>
            <a:lvl5pPr marL="2321276" indent="-543276" defTabSz="821529">
              <a:lnSpc>
                <a:spcPct val="100000"/>
              </a:lnSpc>
              <a:spcBef>
                <a:spcPts val="5800"/>
              </a:spcBef>
              <a:buSzPct val="75000"/>
              <a:defRPr sz="4400">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60" name="Slide Number"/>
          <p:cNvSpPr txBox="1"/>
          <p:nvPr>
            <p:ph type="sldNum" sz="quarter" idx="2"/>
          </p:nvPr>
        </p:nvSpPr>
        <p:spPr>
          <a:xfrm>
            <a:off x="11949937" y="13010554"/>
            <a:ext cx="466266" cy="473073"/>
          </a:xfrm>
          <a:prstGeom prst="rect">
            <a:avLst/>
          </a:prstGeom>
        </p:spPr>
        <p:txBody>
          <a:bodyPr lIns="71435" tIns="71435" rIns="71435" bIns="71435" anchor="t"/>
          <a:lstStyle>
            <a:lvl1pPr defTabSz="821529">
              <a:defRPr sz="22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67" name="Title Text"/>
          <p:cNvSpPr txBox="1"/>
          <p:nvPr>
            <p:ph type="title"/>
          </p:nvPr>
        </p:nvSpPr>
        <p:spPr>
          <a:xfrm>
            <a:off x="4387451" y="625077"/>
            <a:ext cx="15609097" cy="3036095"/>
          </a:xfrm>
          <a:prstGeom prst="rect">
            <a:avLst/>
          </a:prstGeom>
        </p:spPr>
        <p:txBody>
          <a:bodyPr lIns="71435" tIns="71435" rIns="71435" bIns="71435" anchor="ctr"/>
          <a:lstStyle>
            <a:lvl1pPr algn="ctr" defTabSz="914400">
              <a:lnSpc>
                <a:spcPct val="100000"/>
              </a:lnSpc>
              <a:defRPr spc="0" sz="11200">
                <a:solidFill>
                  <a:srgbClr val="000080"/>
                </a:solidFill>
                <a:uFill>
                  <a:solidFill>
                    <a:srgbClr val="000000"/>
                  </a:solidFill>
                </a:uFill>
                <a:latin typeface="Calibri"/>
                <a:ea typeface="Calibri"/>
                <a:cs typeface="Calibri"/>
                <a:sym typeface="Calibri"/>
              </a:defRPr>
            </a:lvl1pPr>
          </a:lstStyle>
          <a:p>
            <a:pPr/>
            <a:r>
              <a:t>Title Text</a:t>
            </a:r>
          </a:p>
        </p:txBody>
      </p:sp>
      <p:sp>
        <p:nvSpPr>
          <p:cNvPr id="168" name="Body Level One…"/>
          <p:cNvSpPr txBox="1"/>
          <p:nvPr>
            <p:ph type="body" idx="1"/>
          </p:nvPr>
        </p:nvSpPr>
        <p:spPr>
          <a:xfrm>
            <a:off x="4387451" y="3661169"/>
            <a:ext cx="15609097" cy="8840395"/>
          </a:xfrm>
          <a:prstGeom prst="rect">
            <a:avLst/>
          </a:prstGeom>
        </p:spPr>
        <p:txBody>
          <a:bodyPr lIns="71435" tIns="71435" rIns="71435" bIns="71435" anchor="ctr"/>
          <a:lstStyle>
            <a:lvl1pPr marL="592666" indent="-592666" defTabSz="821529">
              <a:lnSpc>
                <a:spcPct val="100000"/>
              </a:lnSpc>
              <a:spcBef>
                <a:spcPts val="5800"/>
              </a:spcBef>
              <a:buSzPct val="75000"/>
              <a:defRPr>
                <a:latin typeface="Helvetica Light"/>
                <a:ea typeface="Helvetica Light"/>
                <a:cs typeface="Helvetica Light"/>
                <a:sym typeface="Helvetica Light"/>
              </a:defRPr>
            </a:lvl1pPr>
            <a:lvl2pPr marL="1037165" indent="-592665" defTabSz="821529">
              <a:lnSpc>
                <a:spcPct val="100000"/>
              </a:lnSpc>
              <a:spcBef>
                <a:spcPts val="5800"/>
              </a:spcBef>
              <a:buSzPct val="75000"/>
              <a:defRPr>
                <a:latin typeface="Helvetica Light"/>
                <a:ea typeface="Helvetica Light"/>
                <a:cs typeface="Helvetica Light"/>
                <a:sym typeface="Helvetica Light"/>
              </a:defRPr>
            </a:lvl2pPr>
            <a:lvl3pPr marL="1481665" indent="-592665" defTabSz="821529">
              <a:lnSpc>
                <a:spcPct val="100000"/>
              </a:lnSpc>
              <a:spcBef>
                <a:spcPts val="5800"/>
              </a:spcBef>
              <a:buSzPct val="75000"/>
              <a:defRPr>
                <a:latin typeface="Helvetica Light"/>
                <a:ea typeface="Helvetica Light"/>
                <a:cs typeface="Helvetica Light"/>
                <a:sym typeface="Helvetica Light"/>
              </a:defRPr>
            </a:lvl3pPr>
            <a:lvl4pPr marL="1926166" indent="-592666" defTabSz="821529">
              <a:lnSpc>
                <a:spcPct val="100000"/>
              </a:lnSpc>
              <a:spcBef>
                <a:spcPts val="5800"/>
              </a:spcBef>
              <a:buSzPct val="75000"/>
              <a:defRPr>
                <a:latin typeface="Helvetica Light"/>
                <a:ea typeface="Helvetica Light"/>
                <a:cs typeface="Helvetica Light"/>
                <a:sym typeface="Helvetica Light"/>
              </a:defRPr>
            </a:lvl4pPr>
            <a:lvl5pPr marL="2370666" indent="-592666" defTabSz="821529">
              <a:lnSpc>
                <a:spcPct val="100000"/>
              </a:lnSpc>
              <a:spcBef>
                <a:spcPts val="5800"/>
              </a:spcBef>
              <a:buSzPct val="75000"/>
              <a:defRPr>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69" name="Slide Number"/>
          <p:cNvSpPr txBox="1"/>
          <p:nvPr>
            <p:ph type="sldNum" sz="quarter" idx="2"/>
          </p:nvPr>
        </p:nvSpPr>
        <p:spPr>
          <a:xfrm>
            <a:off x="11935816" y="13010554"/>
            <a:ext cx="494510" cy="511173"/>
          </a:xfrm>
          <a:prstGeom prst="rect">
            <a:avLst/>
          </a:prstGeom>
        </p:spPr>
        <p:txBody>
          <a:bodyPr lIns="71435" tIns="71435" rIns="71435" bIns="71435" anchor="t"/>
          <a:lstStyle>
            <a:lvl1pPr defTabSz="821529">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76" name="Title Text"/>
          <p:cNvSpPr txBox="1"/>
          <p:nvPr>
            <p:ph type="title"/>
          </p:nvPr>
        </p:nvSpPr>
        <p:spPr>
          <a:xfrm>
            <a:off x="4387451" y="625075"/>
            <a:ext cx="15609097" cy="3036098"/>
          </a:xfrm>
          <a:prstGeom prst="rect">
            <a:avLst/>
          </a:prstGeom>
        </p:spPr>
        <p:txBody>
          <a:bodyPr lIns="71435" tIns="71435" rIns="71435" bIns="71435" anchor="ctr"/>
          <a:lstStyle>
            <a:lvl1pPr algn="ctr" defTabSz="821529">
              <a:lnSpc>
                <a:spcPct val="100000"/>
              </a:lnSpc>
              <a:defRPr b="0" spc="0" sz="10800">
                <a:latin typeface="Helvetica Light"/>
                <a:ea typeface="Helvetica Light"/>
                <a:cs typeface="Helvetica Light"/>
                <a:sym typeface="Helvetica Light"/>
              </a:defRPr>
            </a:lvl1pPr>
          </a:lstStyle>
          <a:p>
            <a:pPr/>
            <a:r>
              <a:t>Title Text</a:t>
            </a:r>
          </a:p>
        </p:txBody>
      </p:sp>
      <p:sp>
        <p:nvSpPr>
          <p:cNvPr id="177" name="Body Level One…"/>
          <p:cNvSpPr txBox="1"/>
          <p:nvPr>
            <p:ph type="body" idx="1"/>
          </p:nvPr>
        </p:nvSpPr>
        <p:spPr>
          <a:xfrm>
            <a:off x="4387451" y="3661169"/>
            <a:ext cx="15609097" cy="8840395"/>
          </a:xfrm>
          <a:prstGeom prst="rect">
            <a:avLst/>
          </a:prstGeom>
        </p:spPr>
        <p:txBody>
          <a:bodyPr lIns="71435" tIns="71435" rIns="71435" bIns="71435" anchor="ctr"/>
          <a:lstStyle>
            <a:lvl1pPr marL="543275" indent="-543275" defTabSz="821529">
              <a:lnSpc>
                <a:spcPct val="100000"/>
              </a:lnSpc>
              <a:spcBef>
                <a:spcPts val="5800"/>
              </a:spcBef>
              <a:buSzPct val="75000"/>
              <a:defRPr sz="4400">
                <a:latin typeface="Helvetica Light"/>
                <a:ea typeface="Helvetica Light"/>
                <a:cs typeface="Helvetica Light"/>
                <a:sym typeface="Helvetica Light"/>
              </a:defRPr>
            </a:lvl1pPr>
            <a:lvl2pPr marL="987776" indent="-543276" defTabSz="821529">
              <a:lnSpc>
                <a:spcPct val="100000"/>
              </a:lnSpc>
              <a:spcBef>
                <a:spcPts val="5800"/>
              </a:spcBef>
              <a:buSzPct val="75000"/>
              <a:defRPr sz="4400">
                <a:latin typeface="Helvetica Light"/>
                <a:ea typeface="Helvetica Light"/>
                <a:cs typeface="Helvetica Light"/>
                <a:sym typeface="Helvetica Light"/>
              </a:defRPr>
            </a:lvl2pPr>
            <a:lvl3pPr marL="1432275" indent="-543275" defTabSz="821529">
              <a:lnSpc>
                <a:spcPct val="100000"/>
              </a:lnSpc>
              <a:spcBef>
                <a:spcPts val="5800"/>
              </a:spcBef>
              <a:buSzPct val="75000"/>
              <a:defRPr sz="4400">
                <a:latin typeface="Helvetica Light"/>
                <a:ea typeface="Helvetica Light"/>
                <a:cs typeface="Helvetica Light"/>
                <a:sym typeface="Helvetica Light"/>
              </a:defRPr>
            </a:lvl3pPr>
            <a:lvl4pPr marL="1876775" indent="-543275" defTabSz="821529">
              <a:lnSpc>
                <a:spcPct val="100000"/>
              </a:lnSpc>
              <a:spcBef>
                <a:spcPts val="5800"/>
              </a:spcBef>
              <a:buSzPct val="75000"/>
              <a:defRPr sz="4400">
                <a:latin typeface="Helvetica Light"/>
                <a:ea typeface="Helvetica Light"/>
                <a:cs typeface="Helvetica Light"/>
                <a:sym typeface="Helvetica Light"/>
              </a:defRPr>
            </a:lvl4pPr>
            <a:lvl5pPr marL="2321276" indent="-543276" defTabSz="821529">
              <a:lnSpc>
                <a:spcPct val="100000"/>
              </a:lnSpc>
              <a:spcBef>
                <a:spcPts val="5800"/>
              </a:spcBef>
              <a:buSzPct val="75000"/>
              <a:defRPr sz="4400">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78" name="Slide Number"/>
          <p:cNvSpPr txBox="1"/>
          <p:nvPr>
            <p:ph type="sldNum" sz="quarter" idx="2"/>
          </p:nvPr>
        </p:nvSpPr>
        <p:spPr>
          <a:xfrm>
            <a:off x="11949937" y="13010554"/>
            <a:ext cx="466266" cy="473073"/>
          </a:xfrm>
          <a:prstGeom prst="rect">
            <a:avLst/>
          </a:prstGeom>
        </p:spPr>
        <p:txBody>
          <a:bodyPr lIns="71435" tIns="71435" rIns="71435" bIns="71435" anchor="t"/>
          <a:lstStyle>
            <a:lvl1pPr defTabSz="821529">
              <a:defRPr sz="22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85" name="Title Text"/>
          <p:cNvSpPr txBox="1"/>
          <p:nvPr>
            <p:ph type="title"/>
          </p:nvPr>
        </p:nvSpPr>
        <p:spPr>
          <a:xfrm>
            <a:off x="4387450" y="625075"/>
            <a:ext cx="15609099" cy="3036098"/>
          </a:xfrm>
          <a:prstGeom prst="rect">
            <a:avLst/>
          </a:prstGeom>
        </p:spPr>
        <p:txBody>
          <a:bodyPr lIns="71433" tIns="71433" rIns="71433" bIns="71433" anchor="ctr"/>
          <a:lstStyle>
            <a:lvl1pPr algn="ctr" defTabSz="914400">
              <a:lnSpc>
                <a:spcPct val="100000"/>
              </a:lnSpc>
              <a:defRPr spc="0" sz="16000">
                <a:solidFill>
                  <a:srgbClr val="800000"/>
                </a:solidFill>
                <a:uFill>
                  <a:solidFill>
                    <a:srgbClr val="000000"/>
                  </a:solidFill>
                </a:uFill>
                <a:latin typeface="Helvetica"/>
                <a:ea typeface="Helvetica"/>
                <a:cs typeface="Helvetica"/>
                <a:sym typeface="Helvetica"/>
              </a:defRPr>
            </a:lvl1pPr>
          </a:lstStyle>
          <a:p>
            <a:pPr/>
            <a:r>
              <a:t>Title Text</a:t>
            </a:r>
          </a:p>
        </p:txBody>
      </p:sp>
      <p:sp>
        <p:nvSpPr>
          <p:cNvPr id="186" name="Body Level One…"/>
          <p:cNvSpPr txBox="1"/>
          <p:nvPr>
            <p:ph type="body" idx="1"/>
          </p:nvPr>
        </p:nvSpPr>
        <p:spPr>
          <a:xfrm>
            <a:off x="4387450" y="3661167"/>
            <a:ext cx="15609099" cy="8840398"/>
          </a:xfrm>
          <a:prstGeom prst="rect">
            <a:avLst/>
          </a:prstGeom>
        </p:spPr>
        <p:txBody>
          <a:bodyPr lIns="71433" tIns="71433" rIns="71433" bIns="71433" anchor="ctr"/>
          <a:lstStyle>
            <a:lvl1pPr marL="592666" indent="-592666" defTabSz="821527">
              <a:lnSpc>
                <a:spcPct val="100000"/>
              </a:lnSpc>
              <a:spcBef>
                <a:spcPts val="5800"/>
              </a:spcBef>
              <a:buSzPct val="75000"/>
              <a:defRPr>
                <a:latin typeface="Helvetica Light"/>
                <a:ea typeface="Helvetica Light"/>
                <a:cs typeface="Helvetica Light"/>
                <a:sym typeface="Helvetica Light"/>
              </a:defRPr>
            </a:lvl1pPr>
            <a:lvl2pPr marL="1037164" indent="-592664" defTabSz="821527">
              <a:lnSpc>
                <a:spcPct val="100000"/>
              </a:lnSpc>
              <a:spcBef>
                <a:spcPts val="5800"/>
              </a:spcBef>
              <a:buSzPct val="75000"/>
              <a:defRPr>
                <a:latin typeface="Helvetica Light"/>
                <a:ea typeface="Helvetica Light"/>
                <a:cs typeface="Helvetica Light"/>
                <a:sym typeface="Helvetica Light"/>
              </a:defRPr>
            </a:lvl2pPr>
            <a:lvl3pPr marL="1481664" indent="-592664" defTabSz="821527">
              <a:lnSpc>
                <a:spcPct val="100000"/>
              </a:lnSpc>
              <a:spcBef>
                <a:spcPts val="5800"/>
              </a:spcBef>
              <a:buSzPct val="75000"/>
              <a:defRPr>
                <a:latin typeface="Helvetica Light"/>
                <a:ea typeface="Helvetica Light"/>
                <a:cs typeface="Helvetica Light"/>
                <a:sym typeface="Helvetica Light"/>
              </a:defRPr>
            </a:lvl3pPr>
            <a:lvl4pPr marL="1926164" indent="-592663" defTabSz="821527">
              <a:lnSpc>
                <a:spcPct val="100000"/>
              </a:lnSpc>
              <a:spcBef>
                <a:spcPts val="5800"/>
              </a:spcBef>
              <a:buSzPct val="75000"/>
              <a:defRPr>
                <a:latin typeface="Helvetica Light"/>
                <a:ea typeface="Helvetica Light"/>
                <a:cs typeface="Helvetica Light"/>
                <a:sym typeface="Helvetica Light"/>
              </a:defRPr>
            </a:lvl4pPr>
            <a:lvl5pPr marL="2370666" indent="-592666" defTabSz="821527">
              <a:lnSpc>
                <a:spcPct val="100000"/>
              </a:lnSpc>
              <a:spcBef>
                <a:spcPts val="5800"/>
              </a:spcBef>
              <a:buSzPct val="75000"/>
              <a:defRPr>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87" name="Slide Number"/>
          <p:cNvSpPr txBox="1"/>
          <p:nvPr>
            <p:ph type="sldNum" sz="quarter" idx="2"/>
          </p:nvPr>
        </p:nvSpPr>
        <p:spPr>
          <a:xfrm>
            <a:off x="11935817" y="13010554"/>
            <a:ext cx="494507" cy="511169"/>
          </a:xfrm>
          <a:prstGeom prst="rect">
            <a:avLst/>
          </a:prstGeom>
        </p:spPr>
        <p:txBody>
          <a:bodyPr lIns="71433" tIns="71433" rIns="71433" bIns="71433" anchor="t"/>
          <a:lstStyle>
            <a:lvl1pPr defTabSz="821527">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Slide Title"/>
          <p:cNvSpPr txBox="1"/>
          <p:nvPr>
            <p:ph type="title" hasCustomPrompt="1"/>
          </p:nvPr>
        </p:nvSpPr>
        <p:spPr>
          <a:xfrm>
            <a:off x="1206500" y="1079500"/>
            <a:ext cx="21971000" cy="1433163"/>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Title</a:t>
            </a:r>
          </a:p>
        </p:txBody>
      </p:sp>
      <p:sp>
        <p:nvSpPr>
          <p:cNvPr id="3" name="Body Level One…"/>
          <p:cNvSpPr txBox="1"/>
          <p:nvPr>
            <p:ph type="body" idx="1" hasCustomPrompt="1"/>
          </p:nvPr>
        </p:nvSpPr>
        <p:spPr>
          <a:xfrm>
            <a:off x="1206500" y="4248504"/>
            <a:ext cx="21971000" cy="825601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bullet text</a:t>
            </a:r>
          </a:p>
          <a:p>
            <a:pPr lvl="1"/>
            <a:r>
              <a:t/>
            </a:r>
          </a:p>
          <a:p>
            <a:pPr lvl="2"/>
            <a:r>
              <a:t/>
            </a:r>
          </a:p>
          <a:p>
            <a:pPr lvl="3"/>
            <a:r>
              <a:t/>
            </a:r>
          </a:p>
          <a:p>
            <a:pPr lvl="4"/>
            <a:r>
              <a:t/>
            </a:r>
          </a:p>
        </p:txBody>
      </p:sp>
      <p:sp>
        <p:nvSpPr>
          <p:cNvPr id="4" name="Slide Number"/>
          <p:cNvSpPr txBox="1"/>
          <p:nvPr>
            <p:ph type="sldNum" sz="quarter" idx="2"/>
          </p:nvPr>
        </p:nvSpPr>
        <p:spPr>
          <a:xfrm>
            <a:off x="12001499" y="13080999"/>
            <a:ext cx="368505" cy="374600"/>
          </a:xfrm>
          <a:prstGeom prst="rect">
            <a:avLst/>
          </a:prstGeom>
          <a:ln w="12700">
            <a:miter lim="400000"/>
          </a:ln>
        </p:spPr>
        <p:txBody>
          <a:bodyPr wrap="none" lIns="50800" tIns="50800" rIns="50800" bIns="50800" anchor="b">
            <a:spAutoFit/>
          </a:bodyPr>
          <a:lstStyle>
            <a:lvl1pPr defTabSz="584200">
              <a:defRPr sz="1800">
                <a:solidFill>
                  <a:srgbClr val="000000"/>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Lst>
  <p:transition xmlns:p14="http://schemas.microsoft.com/office/powerpoint/2010/main" spd="med" advClick="1"/>
  <p:txStyles>
    <p:titleStyle>
      <a:lvl1pPr marL="0" marR="0" indent="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1pPr>
      <a:lvl2pPr marL="0" marR="0" indent="457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2pPr>
      <a:lvl3pPr marL="0" marR="0" indent="914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3pPr>
      <a:lvl4pPr marL="0" marR="0" indent="1371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4pPr>
      <a:lvl5pPr marL="0" marR="0" indent="18288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5pPr>
      <a:lvl6pPr marL="0" marR="0" indent="22860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6pPr>
      <a:lvl7pPr marL="0" marR="0" indent="2743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7pPr>
      <a:lvl8pPr marL="0" marR="0" indent="3200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8pPr>
      <a:lvl9pPr marL="0" marR="0" indent="3657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9pPr>
    </p:titleStyle>
    <p:bodyStyle>
      <a:lvl1pPr marL="609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1pPr>
      <a:lvl2pPr marL="1219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2pPr>
      <a:lvl3pPr marL="1828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3pPr>
      <a:lvl4pPr marL="2438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4pPr>
      <a:lvl5pPr marL="30480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5pPr>
      <a:lvl6pPr marL="3657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6pPr>
      <a:lvl7pPr marL="4267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7pPr>
      <a:lvl8pPr marL="4876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8pPr>
      <a:lvl9pPr marL="5486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9pPr>
    </p:bodyStyle>
    <p:otherStyle>
      <a:lvl1pPr marL="0" marR="0" indent="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hyperlink" Target="https://www.icloud.com/keynote/0ugNwDAAs8Zu19wBofFWovw1Q" TargetMode="External"/><Relationship Id="rId5" Type="http://schemas.openxmlformats.org/officeDocument/2006/relationships/hyperlink" Target="https://github.com/braddelong/public-files/blob/master/peter-beinart-mensch-2020-11-01.pptx" TargetMode="External"/><Relationship Id="rId6" Type="http://schemas.openxmlformats.org/officeDocument/2006/relationships/hyperlink" Target="https://www.bradford-delong.com/2017/11/must-read-the-lead-makes-me-think-peter-beinart-was-a-real-idiot-and-he-is-very-very-late-to-the-party-for-so.html" TargetMode="External"/></Relationships>

</file>

<file path=ppt/slides/_rels/slide2.xml.rels><?xml version="1.0" encoding="UTF-8"?>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tif"/></Relationships>

</file>

<file path=ppt/slides/_rels/slide3.xml.rels><?xml version="1.0" encoding="UTF-8"?>
<Relationships xmlns="http://schemas.openxmlformats.org/package/2006/relationships"><Relationship Id="rId1" Type="http://schemas.openxmlformats.org/officeDocument/2006/relationships/slideLayout" Target="../slideLayouts/slideLayout15.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96" name="delong-this-is-fine.png" descr="delong-this-is-fine.png"/>
          <p:cNvPicPr>
            <a:picLocks noChangeAspect="1"/>
          </p:cNvPicPr>
          <p:nvPr/>
        </p:nvPicPr>
        <p:blipFill>
          <a:blip r:embed="rId3">
            <a:alphaModFix amt="25396"/>
            <a:extLst/>
          </a:blip>
          <a:srcRect l="0" t="0" r="1203" b="0"/>
          <a:stretch>
            <a:fillRect/>
          </a:stretch>
        </p:blipFill>
        <p:spPr>
          <a:xfrm>
            <a:off x="0" y="-3183"/>
            <a:ext cx="24384001" cy="13722366"/>
          </a:xfrm>
          <a:prstGeom prst="rect">
            <a:avLst/>
          </a:prstGeom>
          <a:ln w="12700">
            <a:miter lim="400000"/>
          </a:ln>
        </p:spPr>
      </p:pic>
      <p:sp>
        <p:nvSpPr>
          <p:cNvPr id="197" name="2020-11-01"/>
          <p:cNvSpPr txBox="1"/>
          <p:nvPr/>
        </p:nvSpPr>
        <p:spPr>
          <a:xfrm>
            <a:off x="3712428" y="13291827"/>
            <a:ext cx="20312179" cy="4622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lvl1pPr algn="r" defTabSz="914400">
              <a:spcBef>
                <a:spcPts val="1200"/>
              </a:spcBef>
              <a:defRPr b="1" sz="1800">
                <a:solidFill>
                  <a:srgbClr val="FFFFFF"/>
                </a:solidFill>
                <a:uFill>
                  <a:solidFill>
                    <a:srgbClr val="000000"/>
                  </a:solidFill>
                </a:uFill>
                <a:latin typeface="Helvetica"/>
                <a:ea typeface="Helvetica"/>
                <a:cs typeface="Helvetica"/>
                <a:sym typeface="Helvetica"/>
              </a:defRPr>
            </a:lvl1pPr>
          </a:lstStyle>
          <a:p>
            <a:pPr/>
            <a:r>
              <a:t>2020-11-01</a:t>
            </a:r>
          </a:p>
        </p:txBody>
      </p:sp>
      <p:sp>
        <p:nvSpPr>
          <p:cNvPr id="198" name="The long 20th century will in all likelihood be seen in the future as the watershed in human experience:…"/>
          <p:cNvSpPr txBox="1"/>
          <p:nvPr/>
        </p:nvSpPr>
        <p:spPr>
          <a:xfrm>
            <a:off x="402606" y="2286000"/>
            <a:ext cx="7620001" cy="10789928"/>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p>
            <a:pPr algn="l" defTabSz="821529">
              <a:defRPr sz="3600">
                <a:solidFill>
                  <a:srgbClr val="000000"/>
                </a:solidFill>
                <a:latin typeface="Times New Roman"/>
                <a:ea typeface="Times New Roman"/>
                <a:cs typeface="Times New Roman"/>
                <a:sym typeface="Times New Roman"/>
              </a:defRPr>
            </a:pPr>
            <a:r>
              <a:rPr b="1"/>
              <a:t>Should I say that it is very curious than none of the other alumni from the </a:t>
            </a:r>
            <a:r>
              <a:rPr b="1" i="1"/>
              <a:t>Old New Republic</a:t>
            </a:r>
            <a:r>
              <a:rPr b="1"/>
              <a:t>—none of them—measure up to even the relatively low bar set by Peter Beinart: that of having a meeting to discuss the problem?</a:t>
            </a:r>
            <a:endParaRPr b="1"/>
          </a:p>
          <a:p>
            <a:pPr algn="l" defTabSz="821529">
              <a:defRPr sz="3600">
                <a:solidFill>
                  <a:srgbClr val="000000"/>
                </a:solidFill>
                <a:latin typeface="Times New Roman"/>
                <a:ea typeface="Times New Roman"/>
                <a:cs typeface="Times New Roman"/>
                <a:sym typeface="Times New Roman"/>
              </a:defRPr>
            </a:pPr>
            <a:endParaRPr b="1"/>
          </a:p>
          <a:p>
            <a:pPr algn="l" defTabSz="821529">
              <a:defRPr sz="3600">
                <a:solidFill>
                  <a:srgbClr val="000000"/>
                </a:solidFill>
                <a:latin typeface="Times New Roman"/>
                <a:ea typeface="Times New Roman"/>
                <a:cs typeface="Times New Roman"/>
                <a:sym typeface="Times New Roman"/>
              </a:defRPr>
            </a:pPr>
            <a:r>
              <a:rPr b="1"/>
              <a:t>Or should I say that it is not very curious at all? </a:t>
            </a:r>
            <a:endParaRPr b="1"/>
          </a:p>
          <a:p>
            <a:pPr algn="l" defTabSz="821529">
              <a:defRPr sz="3600">
                <a:solidFill>
                  <a:srgbClr val="000000"/>
                </a:solidFill>
                <a:latin typeface="Times New Roman"/>
                <a:ea typeface="Times New Roman"/>
                <a:cs typeface="Times New Roman"/>
                <a:sym typeface="Times New Roman"/>
              </a:defRPr>
            </a:pPr>
            <a:endParaRPr b="1"/>
          </a:p>
          <a:p>
            <a:pPr algn="l" defTabSz="821529">
              <a:defRPr sz="3600">
                <a:solidFill>
                  <a:srgbClr val="000000"/>
                </a:solidFill>
                <a:latin typeface="Times New Roman"/>
                <a:ea typeface="Times New Roman"/>
                <a:cs typeface="Times New Roman"/>
                <a:sym typeface="Times New Roman"/>
              </a:defRPr>
            </a:pPr>
            <a:r>
              <a:rPr b="1"/>
              <a:t>Do note that Michael Kelly’s war on Al Gore was unprofessional. Do note a great deal about Michael Kelly was unprofessional, including his insane cheerleading for the Iraq War, which he helped spark and in which he died…</a:t>
            </a:r>
          </a:p>
        </p:txBody>
      </p:sp>
      <p:sp>
        <p:nvSpPr>
          <p:cNvPr id="199" name="Peter Beinart: Mensch"/>
          <p:cNvSpPr txBox="1"/>
          <p:nvPr>
            <p:ph type="title"/>
          </p:nvPr>
        </p:nvSpPr>
        <p:spPr>
          <a:xfrm>
            <a:off x="-1" y="-1"/>
            <a:ext cx="24384001" cy="2286001"/>
          </a:xfrm>
          <a:prstGeom prst="rect">
            <a:avLst/>
          </a:prstGeom>
        </p:spPr>
        <p:txBody>
          <a:bodyPr lIns="91436" tIns="91436" rIns="91436" bIns="91436" anchor="ctr"/>
          <a:lstStyle>
            <a:lvl1pPr algn="ctr" defTabSz="777240">
              <a:lnSpc>
                <a:spcPct val="100000"/>
              </a:lnSpc>
              <a:defRPr spc="0" sz="13600">
                <a:solidFill>
                  <a:srgbClr val="000080"/>
                </a:solidFill>
                <a:uFill>
                  <a:solidFill>
                    <a:srgbClr val="000000"/>
                  </a:solidFill>
                </a:uFill>
                <a:latin typeface="Helvetica"/>
                <a:ea typeface="Helvetica"/>
                <a:cs typeface="Helvetica"/>
                <a:sym typeface="Helvetica"/>
              </a:defRPr>
            </a:lvl1pPr>
          </a:lstStyle>
          <a:p>
            <a:pPr/>
            <a:r>
              <a:t>Peter Beinart: Mensch</a:t>
            </a:r>
          </a:p>
        </p:txBody>
      </p:sp>
      <p:sp>
        <p:nvSpPr>
          <p:cNvPr id="200" name="&lt;https://www.icloud.com/keynote/0ugNwDAAs8Zu19wBofFWovw1Q&gt; &lt;https://github.com/braddelong/public-files/blob/master/peter-beinart-mensch-2020-11-01.pptx&gt;"/>
          <p:cNvSpPr txBox="1"/>
          <p:nvPr/>
        </p:nvSpPr>
        <p:spPr>
          <a:xfrm>
            <a:off x="402606" y="13291827"/>
            <a:ext cx="20312180" cy="4622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p>
            <a:pPr algn="l" defTabSz="914400">
              <a:spcBef>
                <a:spcPts val="1200"/>
              </a:spcBef>
              <a:defRPr b="1" sz="1800">
                <a:solidFill>
                  <a:srgbClr val="FFFFFF"/>
                </a:solidFill>
                <a:uFill>
                  <a:solidFill>
                    <a:srgbClr val="000000"/>
                  </a:solidFill>
                </a:uFill>
                <a:latin typeface="Helvetica"/>
                <a:ea typeface="Helvetica"/>
                <a:cs typeface="Helvetica"/>
                <a:sym typeface="Helvetica"/>
              </a:defRPr>
            </a:pPr>
            <a:r>
              <a:t>&lt;</a:t>
            </a:r>
            <a:r>
              <a:rPr>
                <a:hlinkClick r:id="rId4" invalidUrl="" action="" tgtFrame="" tooltip="" history="1" highlightClick="0" endSnd="0"/>
              </a:rPr>
              <a:t>https://www.icloud.com/keynote/0ugNwDAAs8Zu19wBofFWovw1Q</a:t>
            </a:r>
            <a:r>
              <a:t>&gt; &lt;</a:t>
            </a:r>
            <a:r>
              <a:rPr>
                <a:hlinkClick r:id="rId5" invalidUrl="" action="" tgtFrame="" tooltip="" history="1" highlightClick="0" endSnd="0"/>
              </a:rPr>
              <a:t>https://github.com/braddelong/public-files/blob/master/peter-beinart-mensch-2020-11-01.pptx</a:t>
            </a:r>
            <a:r>
              <a:t>&gt;</a:t>
            </a:r>
          </a:p>
        </p:txBody>
      </p:sp>
      <p:sp>
        <p:nvSpPr>
          <p:cNvPr id="201" name="The long 20th century will in all likelihood be seen in the future as the watershed in human experience:…"/>
          <p:cNvSpPr txBox="1"/>
          <p:nvPr/>
        </p:nvSpPr>
        <p:spPr>
          <a:xfrm>
            <a:off x="8403606" y="2286000"/>
            <a:ext cx="7620001" cy="10789928"/>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p>
            <a:pPr algn="l" defTabSz="821529">
              <a:defRPr sz="1800">
                <a:solidFill>
                  <a:srgbClr val="000000"/>
                </a:solidFill>
                <a:latin typeface="Times New Roman"/>
                <a:ea typeface="Times New Roman"/>
                <a:cs typeface="Times New Roman"/>
                <a:sym typeface="Times New Roman"/>
              </a:defRPr>
            </a:pPr>
            <a:r>
              <a:rPr b="1"/>
              <a:t>Hoisted from the Archives: Peter Beinart Is a Mensch</a:t>
            </a:r>
            <a:r>
              <a:t> &lt;</a:t>
            </a:r>
            <a:r>
              <a:rPr u="sng">
                <a:hlinkClick r:id="rId6" invalidUrl="" action="" tgtFrame="" tooltip="" history="1" highlightClick="0" endSnd="0"/>
              </a:rPr>
              <a:t>https://www.bradford-delong.com/2017/11/must-read-the-lead-makes-me-think-peter-beinart-was-a-real-idiot-and-he-is-very-very-late-to-the-party-for-so.html</a:t>
            </a:r>
            <a:r>
              <a:t>&gt;: </a:t>
            </a:r>
          </a:p>
          <a:p>
            <a:pPr algn="l" defTabSz="821529">
              <a:defRPr sz="1800">
                <a:solidFill>
                  <a:srgbClr val="000000"/>
                </a:solidFill>
                <a:latin typeface="Times New Roman"/>
                <a:ea typeface="Times New Roman"/>
                <a:cs typeface="Times New Roman"/>
                <a:sym typeface="Times New Roman"/>
              </a:defRPr>
            </a:pPr>
          </a:p>
          <a:p>
            <a:pPr algn="l" defTabSz="821529">
              <a:defRPr sz="1800">
                <a:solidFill>
                  <a:srgbClr val="000000"/>
                </a:solidFill>
                <a:latin typeface="Times New Roman"/>
                <a:ea typeface="Times New Roman"/>
                <a:cs typeface="Times New Roman"/>
                <a:sym typeface="Times New Roman"/>
              </a:defRPr>
            </a:pPr>
            <a:r>
              <a:rPr b="1"/>
              <a:t>Must-Read</a:t>
            </a:r>
            <a:r>
              <a:t>: The lead makes me think: "Peter Beinart was a real idiot, and he is very very late to the party." For somebody to be such a moron as not to realize that people that Marty Peretz, Leon Wieseltier, Andrew Sullivan, and others were scorning as under qualified affirmative action hires had harder rows to hoe than he did—that almost beggars belief. Nevertheless, in the words of Viktor Laszlo: "Welcome to the fight!":</a:t>
            </a:r>
          </a:p>
          <a:p>
            <a:pPr algn="l" defTabSz="821529">
              <a:defRPr sz="1800">
                <a:solidFill>
                  <a:srgbClr val="000000"/>
                </a:solidFill>
                <a:latin typeface="Times New Roman"/>
                <a:ea typeface="Times New Roman"/>
                <a:cs typeface="Times New Roman"/>
                <a:sym typeface="Times New Roman"/>
              </a:defRPr>
            </a:pPr>
          </a:p>
          <a:p>
            <a:pPr algn="l" defTabSz="821529">
              <a:defRPr sz="1800">
                <a:solidFill>
                  <a:srgbClr val="000000"/>
                </a:solidFill>
                <a:latin typeface="Times New Roman"/>
                <a:ea typeface="Times New Roman"/>
                <a:cs typeface="Times New Roman"/>
                <a:sym typeface="Times New Roman"/>
              </a:defRPr>
            </a:pPr>
            <a:r>
              <a:rPr b="1"/>
              <a:t>Peter Beinart</a:t>
            </a:r>
            <a:r>
              <a:t> (2017): </a:t>
            </a:r>
            <a:r>
              <a:rPr i="1"/>
              <a:t>Reflections of an Affirmative-Action Baby</a:t>
            </a:r>
            <a:r>
              <a:t>: ‘In 1991... Stephen Carter wrote... Reflections of an Affirmative Action Baby.... Little did I realize that the book’s title applied to me...</a:t>
            </a:r>
          </a:p>
          <a:p>
            <a:pPr algn="l" defTabSz="821529">
              <a:defRPr sz="1800">
                <a:solidFill>
                  <a:srgbClr val="000000"/>
                </a:solidFill>
                <a:latin typeface="Times New Roman"/>
                <a:ea typeface="Times New Roman"/>
                <a:cs typeface="Times New Roman"/>
                <a:sym typeface="Times New Roman"/>
              </a:defRPr>
            </a:pPr>
          </a:p>
          <a:p>
            <a:pPr algn="l" defTabSz="821529">
              <a:defRPr sz="1800">
                <a:solidFill>
                  <a:srgbClr val="000000"/>
                </a:solidFill>
                <a:latin typeface="Times New Roman"/>
                <a:ea typeface="Times New Roman"/>
                <a:cs typeface="Times New Roman"/>
                <a:sym typeface="Times New Roman"/>
              </a:defRPr>
            </a:pPr>
            <a:r>
              <a:t>‘...Two years after Carter published his book, I joined the New Republic as a summer intern… I had the right sort of clips.... I also had the right sort of identity. It was difficult to disentangle the two. And I didn’t really try.... At some level, I knew…. Marty Peretz…  ignored women almost entirely. There were barely any African Americans on staff....  Marty felt a particular hostility to affirmative action. The irony—which I didn’t dwell on at the time—was that the magazine was itself a hothouse of racial and sexual preference... never stated formally.... To borrow Ta-Nehisi Coates’s metaphor, my race, gender, and class provided me a “tailwind.” I was running hard. But without that tailwind, it’s unlikely I would have become the magazine’s editor at age 28….</a:t>
            </a:r>
          </a:p>
          <a:p>
            <a:pPr algn="l" defTabSz="821529">
              <a:defRPr sz="1800">
                <a:solidFill>
                  <a:srgbClr val="000000"/>
                </a:solidFill>
                <a:latin typeface="Times New Roman"/>
                <a:ea typeface="Times New Roman"/>
                <a:cs typeface="Times New Roman"/>
                <a:sym typeface="Times New Roman"/>
              </a:defRPr>
            </a:pPr>
          </a:p>
          <a:p>
            <a:pPr algn="l" defTabSz="821529">
              <a:defRPr sz="1800">
                <a:solidFill>
                  <a:srgbClr val="000000"/>
                </a:solidFill>
                <a:latin typeface="Times New Roman"/>
                <a:ea typeface="Times New Roman"/>
                <a:cs typeface="Times New Roman"/>
                <a:sym typeface="Times New Roman"/>
              </a:defRPr>
            </a:pPr>
            <a:r>
              <a:t>‘I’d like to say that when I became editor, I fundamentally changed all this. But I did not.... Had I challenged that culture more emphatically, I would probably not have become editor in the first place.... A series of moral compromises. From my time as a junior editor, I was handed pieces to edit—generally written or commissioned by Marty—that made sweeping, hostile generalizations about Palestinians, Arabs, or Muslims. I would cut as much as I felt I could get away with, and soften or nuance the rest. But I didn’t refuse to edit the pieces at all, since that would have imperiled my relationship with my mentors. (In fact, when I began writing more critically about Israeli policy after leaving the magazine, my relationships with both Marty and Leon swiftly declined.)...</a:t>
            </a:r>
          </a:p>
          <a:p>
            <a:pPr algn="l" defTabSz="821529">
              <a:defRPr sz="1800">
                <a:solidFill>
                  <a:srgbClr val="000000"/>
                </a:solidFill>
                <a:latin typeface="Times New Roman"/>
                <a:ea typeface="Times New Roman"/>
                <a:cs typeface="Times New Roman"/>
                <a:sym typeface="Times New Roman"/>
              </a:defRPr>
            </a:pPr>
          </a:p>
          <a:p>
            <a:pPr algn="l" defTabSz="821529">
              <a:defRPr sz="1800">
                <a:solidFill>
                  <a:srgbClr val="000000"/>
                </a:solidFill>
                <a:latin typeface="Times New Roman"/>
                <a:ea typeface="Times New Roman"/>
                <a:cs typeface="Times New Roman"/>
                <a:sym typeface="Times New Roman"/>
              </a:defRPr>
            </a:pPr>
            <a:r>
              <a:t>‘When Marty fired Michael Kelly (who later became editor of The Atlantic), in part because Kelly was critical of Marty’s friend and former student, Al Gore, I</a:t>
            </a:r>
          </a:p>
        </p:txBody>
      </p:sp>
      <p:sp>
        <p:nvSpPr>
          <p:cNvPr id="202" name="The long 20th century will in all likelihood be seen in the future as the watershed in human experience:…"/>
          <p:cNvSpPr txBox="1"/>
          <p:nvPr/>
        </p:nvSpPr>
        <p:spPr>
          <a:xfrm>
            <a:off x="16404606" y="2286000"/>
            <a:ext cx="7620001" cy="10789928"/>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p>
            <a:pPr algn="l" defTabSz="821529">
              <a:defRPr sz="1800">
                <a:solidFill>
                  <a:srgbClr val="000000"/>
                </a:solidFill>
                <a:latin typeface="Times New Roman"/>
                <a:ea typeface="Times New Roman"/>
                <a:cs typeface="Times New Roman"/>
                <a:sym typeface="Times New Roman"/>
              </a:defRPr>
            </a:pPr>
            <a:r>
              <a:t>considered resigning. But I feared I’d never find another job I enjoyed as much. Two years later, I was editor myself.... Those concessions created the template for my response to my former colleague Sarah Wildman when, in 2002, she told me about Leon’s inappropriate sexual advances. I believed her.... I also knew that I lacked authority over Leon.... So I called Marty—who spent most of his time in Cambridge, Massachusetts, and New York—and asked him to come to Washington to tell Leon that his behavior was unacceptable. (Marty has told Vox that I never reported the incident to him and that he doesn’t “remember Sarah Wildman.” Leon did not respond to my request for comment.)</a:t>
            </a:r>
          </a:p>
          <a:p>
            <a:pPr algn="l" defTabSz="821529">
              <a:defRPr sz="1800">
                <a:solidFill>
                  <a:srgbClr val="000000"/>
                </a:solidFill>
                <a:latin typeface="Times New Roman"/>
                <a:ea typeface="Times New Roman"/>
                <a:cs typeface="Times New Roman"/>
                <a:sym typeface="Times New Roman"/>
              </a:defRPr>
            </a:pPr>
          </a:p>
          <a:p>
            <a:pPr algn="l" defTabSz="821529">
              <a:defRPr sz="1800">
                <a:solidFill>
                  <a:srgbClr val="000000"/>
                </a:solidFill>
                <a:latin typeface="Times New Roman"/>
                <a:ea typeface="Times New Roman"/>
                <a:cs typeface="Times New Roman"/>
                <a:sym typeface="Times New Roman"/>
              </a:defRPr>
            </a:pPr>
            <a:r>
              <a:t>‘Marty, Leon, and I met at the Willard Hotel. When I confronted him, Leon—who had a gift for intimidation—reacted ferociously. “Is this some kind of intervention?” he roared. </a:t>
            </a:r>
          </a:p>
          <a:p>
            <a:pPr algn="l" defTabSz="821529">
              <a:defRPr sz="1800">
                <a:solidFill>
                  <a:srgbClr val="000000"/>
                </a:solidFill>
                <a:latin typeface="Times New Roman"/>
                <a:ea typeface="Times New Roman"/>
                <a:cs typeface="Times New Roman"/>
                <a:sym typeface="Times New Roman"/>
              </a:defRPr>
            </a:pPr>
          </a:p>
          <a:p>
            <a:pPr algn="l" defTabSz="821529">
              <a:defRPr sz="1800">
                <a:solidFill>
                  <a:srgbClr val="000000"/>
                </a:solidFill>
                <a:latin typeface="Times New Roman"/>
                <a:ea typeface="Times New Roman"/>
                <a:cs typeface="Times New Roman"/>
                <a:sym typeface="Times New Roman"/>
              </a:defRPr>
            </a:pPr>
            <a:r>
              <a:t>‘Marty didn’t push back. That was it.... I could have threatened to resign.... I might have shifted the power dynamic, and forced Marty into taking some action that punished Leon and validated Sarah, which might have begun to erode the impunity that made Leon’s behavior possible. But I did not. By 2002, I had already made a series of moral compromises in order to stay at TNR, and in ways I didn’t fully realize, each laid the foundation for the next.</a:t>
            </a:r>
          </a:p>
          <a:p>
            <a:pPr algn="l" defTabSz="821529">
              <a:defRPr sz="1800">
                <a:solidFill>
                  <a:srgbClr val="000000"/>
                </a:solidFill>
                <a:latin typeface="Times New Roman"/>
                <a:ea typeface="Times New Roman"/>
                <a:cs typeface="Times New Roman"/>
                <a:sym typeface="Times New Roman"/>
              </a:defRPr>
            </a:pPr>
          </a:p>
          <a:p>
            <a:pPr algn="l" defTabSz="821529">
              <a:defRPr sz="1800">
                <a:solidFill>
                  <a:srgbClr val="000000"/>
                </a:solidFill>
                <a:latin typeface="Times New Roman"/>
                <a:ea typeface="Times New Roman"/>
                <a:cs typeface="Times New Roman"/>
                <a:sym typeface="Times New Roman"/>
              </a:defRPr>
            </a:pPr>
            <a:r>
              <a:t>‘I don’t know know whether my experience is typical of men who are complicit in institutions that tolerate sexual harassment. What I do know is that the affirmative action I enjoyed, and the sexual harassment Sarah suffered, were connected. I was given extraordinary opportunity at TNR, in large measure, because talented women like Sarah Wildman were not. In this regard, I suspect, I have something in common with the supporters of Donald Trump. It’s not pleasant to realize that the bygone age you romanticize—the age when America was still great—was great for you, or people like you, because others were denied a fair shot....</a:t>
            </a:r>
          </a:p>
          <a:p>
            <a:pPr algn="l" defTabSz="821529">
              <a:defRPr sz="1800">
                <a:solidFill>
                  <a:srgbClr val="000000"/>
                </a:solidFill>
                <a:latin typeface="Times New Roman"/>
                <a:ea typeface="Times New Roman"/>
                <a:cs typeface="Times New Roman"/>
                <a:sym typeface="Times New Roman"/>
              </a:defRPr>
            </a:pPr>
          </a:p>
          <a:p>
            <a:pPr algn="l" defTabSz="821529">
              <a:defRPr sz="1800">
                <a:solidFill>
                  <a:srgbClr val="000000"/>
                </a:solidFill>
                <a:latin typeface="Times New Roman"/>
                <a:ea typeface="Times New Roman"/>
                <a:cs typeface="Times New Roman"/>
                <a:sym typeface="Times New Roman"/>
              </a:defRPr>
            </a:pPr>
            <a:r>
              <a:t>‘A lot of white American men look at Barack Obama, and Hillary Clinton, and mass immigration, and the global competition for jobs, and the taking down of Confederate monuments, and even the revolt against sexual harassment, and fear all this means there will be less left for them. And they experience these attacks on their privilege as a desecration of the natural order, an attack on institutions that benefitted them, and to which they felt deep loyalty in return…</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6" name="About the Course"/>
          <p:cNvSpPr txBox="1"/>
          <p:nvPr>
            <p:ph type="title" idx="4294967295"/>
          </p:nvPr>
        </p:nvSpPr>
        <p:spPr>
          <a:xfrm>
            <a:off x="3273126" y="-5"/>
            <a:ext cx="17780001" cy="2286001"/>
          </a:xfrm>
          <a:prstGeom prst="rect">
            <a:avLst/>
          </a:prstGeom>
        </p:spPr>
        <p:txBody>
          <a:bodyPr lIns="91436" tIns="91436" rIns="91436" bIns="91436" anchor="ctr"/>
          <a:lstStyle>
            <a:lvl1pPr algn="ctr" defTabSz="777240">
              <a:lnSpc>
                <a:spcPct val="100000"/>
              </a:lnSpc>
              <a:defRPr spc="0" sz="13600">
                <a:solidFill>
                  <a:srgbClr val="800000"/>
                </a:solidFill>
                <a:uFill>
                  <a:solidFill>
                    <a:srgbClr val="000000"/>
                  </a:solidFill>
                </a:uFill>
                <a:latin typeface="Helvetica"/>
                <a:ea typeface="Helvetica"/>
                <a:cs typeface="Helvetica"/>
                <a:sym typeface="Helvetica"/>
              </a:defRPr>
            </a:lvl1pPr>
          </a:lstStyle>
          <a:p>
            <a:pPr/>
            <a:r>
              <a:t>Catch Our Breath</a:t>
            </a:r>
          </a:p>
        </p:txBody>
      </p:sp>
      <p:sp>
        <p:nvSpPr>
          <p:cNvPr id="207" name="The long 20th century will in all likelihood be seen in the future as the watershed in human experience:…"/>
          <p:cNvSpPr txBox="1"/>
          <p:nvPr>
            <p:ph type="body" idx="4294967295"/>
          </p:nvPr>
        </p:nvSpPr>
        <p:spPr>
          <a:xfrm>
            <a:off x="497101" y="2285995"/>
            <a:ext cx="12572024" cy="10795001"/>
          </a:xfrm>
          <a:prstGeom prst="rect">
            <a:avLst/>
          </a:prstGeom>
        </p:spPr>
        <p:txBody>
          <a:bodyPr lIns="91436" tIns="91436" rIns="91436" bIns="91436"/>
          <a:lstStyle/>
          <a:p>
            <a:pPr marL="0" indent="0" defTabSz="914400">
              <a:lnSpc>
                <a:spcPct val="100000"/>
              </a:lnSpc>
              <a:spcBef>
                <a:spcPts val="4000"/>
              </a:spcBef>
              <a:buSzTx/>
              <a:buNone/>
              <a:defRPr b="1" sz="6000">
                <a:uFill>
                  <a:solidFill>
                    <a:srgbClr val="000000"/>
                  </a:solidFill>
                </a:uFill>
                <a:latin typeface="Helvetica"/>
                <a:ea typeface="Helvetica"/>
                <a:cs typeface="Helvetica"/>
                <a:sym typeface="Helvetica"/>
              </a:defRPr>
            </a:pPr>
            <a:r>
              <a:t>Let’s reflect on what we have just heard &amp; seen…</a:t>
            </a:r>
          </a:p>
          <a:p>
            <a:pPr marL="914400" indent="-914400" defTabSz="740662">
              <a:lnSpc>
                <a:spcPct val="100000"/>
              </a:lnSpc>
              <a:spcBef>
                <a:spcPts val="1600"/>
              </a:spcBef>
              <a:buSzPct val="100000"/>
              <a:buAutoNum type="arabicPeriod" startAt="1"/>
              <a:tabLst>
                <a:tab pos="444500" algn="l"/>
              </a:tabLst>
              <a:defRPr>
                <a:uFill>
                  <a:solidFill>
                    <a:srgbClr val="000000"/>
                  </a:solidFill>
                </a:uFill>
                <a:latin typeface="Times New Roman"/>
                <a:ea typeface="Times New Roman"/>
                <a:cs typeface="Times New Roman"/>
                <a:sym typeface="Times New Roman"/>
              </a:defRPr>
            </a:pPr>
            <a:r>
              <a:t>Comments</a:t>
            </a:r>
          </a:p>
          <a:p>
            <a:pPr marL="914400" indent="-914400" defTabSz="740662">
              <a:lnSpc>
                <a:spcPct val="100000"/>
              </a:lnSpc>
              <a:spcBef>
                <a:spcPts val="1600"/>
              </a:spcBef>
              <a:buSzPct val="100000"/>
              <a:buAutoNum type="arabicPeriod" startAt="1"/>
              <a:tabLst>
                <a:tab pos="444500" algn="l"/>
              </a:tabLst>
              <a:defRPr>
                <a:uFill>
                  <a:solidFill>
                    <a:srgbClr val="000000"/>
                  </a:solidFill>
                </a:uFill>
                <a:latin typeface="Times New Roman"/>
                <a:ea typeface="Times New Roman"/>
                <a:cs typeface="Times New Roman"/>
                <a:sym typeface="Times New Roman"/>
              </a:defRPr>
            </a:pPr>
            <a:r>
              <a:t>Questions</a:t>
            </a:r>
          </a:p>
          <a:p>
            <a:pPr marL="914400" indent="-914400" defTabSz="740662">
              <a:lnSpc>
                <a:spcPct val="100000"/>
              </a:lnSpc>
              <a:spcBef>
                <a:spcPts val="1600"/>
              </a:spcBef>
              <a:buSzPct val="100000"/>
              <a:buAutoNum type="arabicPeriod" startAt="1"/>
              <a:tabLst>
                <a:tab pos="444500" algn="l"/>
              </a:tabLst>
              <a:defRPr>
                <a:uFill>
                  <a:solidFill>
                    <a:srgbClr val="000000"/>
                  </a:solidFill>
                </a:uFill>
                <a:latin typeface="Times New Roman"/>
                <a:ea typeface="Times New Roman"/>
                <a:cs typeface="Times New Roman"/>
                <a:sym typeface="Times New Roman"/>
              </a:defRPr>
            </a:pPr>
            <a:r>
              <a:t>Readings</a:t>
            </a:r>
          </a:p>
        </p:txBody>
      </p:sp>
      <p:pic>
        <p:nvPicPr>
          <p:cNvPr id="208" name="Image" descr="Image"/>
          <p:cNvPicPr>
            <a:picLocks noChangeAspect="1"/>
          </p:cNvPicPr>
          <p:nvPr/>
        </p:nvPicPr>
        <p:blipFill>
          <a:blip r:embed="rId2">
            <a:extLst/>
          </a:blip>
          <a:stretch>
            <a:fillRect/>
          </a:stretch>
        </p:blipFill>
        <p:spPr>
          <a:xfrm>
            <a:off x="13069123" y="2285995"/>
            <a:ext cx="11035129" cy="11035126"/>
          </a:xfrm>
          <a:prstGeom prst="rect">
            <a:avLst/>
          </a:prstGeom>
          <a:ln w="12700">
            <a:miter lim="400000"/>
          </a:ln>
        </p:spPr>
      </p:pic>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0" name="About the Course"/>
          <p:cNvSpPr txBox="1"/>
          <p:nvPr>
            <p:ph type="title" idx="4294967295"/>
          </p:nvPr>
        </p:nvSpPr>
        <p:spPr>
          <a:xfrm>
            <a:off x="0" y="-5"/>
            <a:ext cx="24384001" cy="2286001"/>
          </a:xfrm>
          <a:prstGeom prst="rect">
            <a:avLst/>
          </a:prstGeom>
        </p:spPr>
        <p:txBody>
          <a:bodyPr lIns="91436" tIns="91436" rIns="91436" bIns="91436" anchor="ctr"/>
          <a:lstStyle>
            <a:lvl1pPr algn="ctr" defTabSz="768095">
              <a:lnSpc>
                <a:spcPct val="100000"/>
              </a:lnSpc>
              <a:defRPr spc="0" sz="13439">
                <a:solidFill>
                  <a:srgbClr val="800000"/>
                </a:solidFill>
                <a:uFill>
                  <a:solidFill>
                    <a:srgbClr val="000000"/>
                  </a:solidFill>
                </a:uFill>
                <a:latin typeface="Helvetica"/>
                <a:ea typeface="Helvetica"/>
                <a:cs typeface="Helvetica"/>
                <a:sym typeface="Helvetica"/>
              </a:defRPr>
            </a:lvl1pPr>
          </a:lstStyle>
          <a:p>
            <a:pPr/>
            <a:r>
              <a:t>========================</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12" name="delong-this-is-fine.png" descr="delong-this-is-fine.png"/>
          <p:cNvPicPr>
            <a:picLocks noChangeAspect="1"/>
          </p:cNvPicPr>
          <p:nvPr/>
        </p:nvPicPr>
        <p:blipFill>
          <a:blip r:embed="rId2">
            <a:extLst/>
          </a:blip>
          <a:srcRect l="0" t="0" r="1203" b="0"/>
          <a:stretch>
            <a:fillRect/>
          </a:stretch>
        </p:blipFill>
        <p:spPr>
          <a:xfrm>
            <a:off x="0" y="-3183"/>
            <a:ext cx="24384001" cy="13722366"/>
          </a:xfrm>
          <a:prstGeom prst="rect">
            <a:avLst/>
          </a:prstGeom>
          <a:ln w="12700">
            <a:miter lim="400000"/>
          </a:ln>
        </p:spPr>
      </p:pic>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21_BasicWhite">
  <a:themeElements>
    <a:clrScheme name="21_BasicWhite">
      <a:dk1>
        <a:srgbClr val="5E5E5E"/>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